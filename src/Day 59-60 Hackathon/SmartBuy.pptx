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2CE40B-AAD0-4975-8274-4AD3048BB764}" v="72" dt="2026-04-14T11:25:30.8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20" y="1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aira marzuqa" userId="c58d348c01a455e5" providerId="LiveId" clId="{F1C7D61A-34CB-4CD2-B32D-B2168734B1BE}"/>
    <pc:docChg chg="undo custSel modSld">
      <pc:chgData name="sumaira marzuqa" userId="c58d348c01a455e5" providerId="LiveId" clId="{F1C7D61A-34CB-4CD2-B32D-B2168734B1BE}" dt="2026-04-14T11:26:26.295" v="1151" actId="115"/>
      <pc:docMkLst>
        <pc:docMk/>
      </pc:docMkLst>
      <pc:sldChg chg="addSp delSp modSp mod">
        <pc:chgData name="sumaira marzuqa" userId="c58d348c01a455e5" providerId="LiveId" clId="{F1C7D61A-34CB-4CD2-B32D-B2168734B1BE}" dt="2026-04-14T09:43:38.536" v="166" actId="20577"/>
        <pc:sldMkLst>
          <pc:docMk/>
          <pc:sldMk cId="0" sldId="257"/>
        </pc:sldMkLst>
        <pc:spChg chg="mod topLvl">
          <ac:chgData name="sumaira marzuqa" userId="c58d348c01a455e5" providerId="LiveId" clId="{F1C7D61A-34CB-4CD2-B32D-B2168734B1BE}" dt="2026-04-14T09:40:43.551" v="36" actId="478"/>
          <ac:spMkLst>
            <pc:docMk/>
            <pc:sldMk cId="0" sldId="257"/>
            <ac:spMk id="94" creationId="{00000000-0000-0000-0000-000000000000}"/>
          </ac:spMkLst>
        </pc:spChg>
        <pc:spChg chg="add del mod topLvl">
          <ac:chgData name="sumaira marzuqa" userId="c58d348c01a455e5" providerId="LiveId" clId="{F1C7D61A-34CB-4CD2-B32D-B2168734B1BE}" dt="2026-04-14T09:40:43.551" v="36" actId="478"/>
          <ac:spMkLst>
            <pc:docMk/>
            <pc:sldMk cId="0" sldId="257"/>
            <ac:spMk id="95" creationId="{00000000-0000-0000-0000-000000000000}"/>
          </ac:spMkLst>
        </pc:spChg>
        <pc:spChg chg="mod">
          <ac:chgData name="sumaira marzuqa" userId="c58d348c01a455e5" providerId="LiveId" clId="{F1C7D61A-34CB-4CD2-B32D-B2168734B1BE}" dt="2026-04-14T09:41:08.217" v="49" actId="20577"/>
          <ac:spMkLst>
            <pc:docMk/>
            <pc:sldMk cId="0" sldId="257"/>
            <ac:spMk id="105" creationId="{00000000-0000-0000-0000-000000000000}"/>
          </ac:spMkLst>
        </pc:spChg>
        <pc:spChg chg="mod">
          <ac:chgData name="sumaira marzuqa" userId="c58d348c01a455e5" providerId="LiveId" clId="{F1C7D61A-34CB-4CD2-B32D-B2168734B1BE}" dt="2026-04-14T09:41:58.948" v="81" actId="20577"/>
          <ac:spMkLst>
            <pc:docMk/>
            <pc:sldMk cId="0" sldId="257"/>
            <ac:spMk id="108" creationId="{00000000-0000-0000-0000-000000000000}"/>
          </ac:spMkLst>
        </pc:spChg>
        <pc:spChg chg="mod">
          <ac:chgData name="sumaira marzuqa" userId="c58d348c01a455e5" providerId="LiveId" clId="{F1C7D61A-34CB-4CD2-B32D-B2168734B1BE}" dt="2026-04-14T09:43:38.536" v="166" actId="20577"/>
          <ac:spMkLst>
            <pc:docMk/>
            <pc:sldMk cId="0" sldId="257"/>
            <ac:spMk id="111" creationId="{00000000-0000-0000-0000-000000000000}"/>
          </ac:spMkLst>
        </pc:spChg>
        <pc:grpChg chg="add del">
          <ac:chgData name="sumaira marzuqa" userId="c58d348c01a455e5" providerId="LiveId" clId="{F1C7D61A-34CB-4CD2-B32D-B2168734B1BE}" dt="2026-04-14T09:40:43.551" v="36" actId="478"/>
          <ac:grpSpMkLst>
            <pc:docMk/>
            <pc:sldMk cId="0" sldId="257"/>
            <ac:grpSpMk id="93" creationId="{00000000-0000-0000-0000-000000000000}"/>
          </ac:grpSpMkLst>
        </pc:grpChg>
      </pc:sldChg>
      <pc:sldChg chg="modSp mod modNotes">
        <pc:chgData name="sumaira marzuqa" userId="c58d348c01a455e5" providerId="LiveId" clId="{F1C7D61A-34CB-4CD2-B32D-B2168734B1BE}" dt="2026-04-14T09:46:29.113" v="190" actId="1076"/>
        <pc:sldMkLst>
          <pc:docMk/>
          <pc:sldMk cId="0" sldId="258"/>
        </pc:sldMkLst>
        <pc:spChg chg="mod">
          <ac:chgData name="sumaira marzuqa" userId="c58d348c01a455e5" providerId="LiveId" clId="{F1C7D61A-34CB-4CD2-B32D-B2168734B1BE}" dt="2026-04-14T09:46:29.113" v="190" actId="1076"/>
          <ac:spMkLst>
            <pc:docMk/>
            <pc:sldMk cId="0" sldId="258"/>
            <ac:spMk id="120" creationId="{00000000-0000-0000-0000-000000000000}"/>
          </ac:spMkLst>
        </pc:spChg>
        <pc:grpChg chg="mod">
          <ac:chgData name="sumaira marzuqa" userId="c58d348c01a455e5" providerId="LiveId" clId="{F1C7D61A-34CB-4CD2-B32D-B2168734B1BE}" dt="2026-04-14T09:45:50.017" v="181" actId="14100"/>
          <ac:grpSpMkLst>
            <pc:docMk/>
            <pc:sldMk cId="0" sldId="258"/>
            <ac:grpSpMk id="118" creationId="{00000000-0000-0000-0000-000000000000}"/>
          </ac:grpSpMkLst>
        </pc:grpChg>
      </pc:sldChg>
      <pc:sldChg chg="modSp mod modNotes">
        <pc:chgData name="sumaira marzuqa" userId="c58d348c01a455e5" providerId="LiveId" clId="{F1C7D61A-34CB-4CD2-B32D-B2168734B1BE}" dt="2026-04-14T10:10:36.966" v="277" actId="403"/>
        <pc:sldMkLst>
          <pc:docMk/>
          <pc:sldMk cId="0" sldId="259"/>
        </pc:sldMkLst>
        <pc:spChg chg="mod">
          <ac:chgData name="sumaira marzuqa" userId="c58d348c01a455e5" providerId="LiveId" clId="{F1C7D61A-34CB-4CD2-B32D-B2168734B1BE}" dt="2026-04-14T10:09:13.440" v="264" actId="1076"/>
          <ac:spMkLst>
            <pc:docMk/>
            <pc:sldMk cId="0" sldId="259"/>
            <ac:spMk id="133" creationId="{00000000-0000-0000-0000-000000000000}"/>
          </ac:spMkLst>
        </pc:spChg>
        <pc:spChg chg="mod">
          <ac:chgData name="sumaira marzuqa" userId="c58d348c01a455e5" providerId="LiveId" clId="{F1C7D61A-34CB-4CD2-B32D-B2168734B1BE}" dt="2026-04-14T10:03:25.263" v="244" actId="403"/>
          <ac:spMkLst>
            <pc:docMk/>
            <pc:sldMk cId="0" sldId="259"/>
            <ac:spMk id="137" creationId="{00000000-0000-0000-0000-000000000000}"/>
          </ac:spMkLst>
        </pc:spChg>
        <pc:spChg chg="mod">
          <ac:chgData name="sumaira marzuqa" userId="c58d348c01a455e5" providerId="LiveId" clId="{F1C7D61A-34CB-4CD2-B32D-B2168734B1BE}" dt="2026-04-14T10:03:17.511" v="243" actId="1076"/>
          <ac:spMkLst>
            <pc:docMk/>
            <pc:sldMk cId="0" sldId="259"/>
            <ac:spMk id="140" creationId="{00000000-0000-0000-0000-000000000000}"/>
          </ac:spMkLst>
        </pc:spChg>
        <pc:spChg chg="mod">
          <ac:chgData name="sumaira marzuqa" userId="c58d348c01a455e5" providerId="LiveId" clId="{F1C7D61A-34CB-4CD2-B32D-B2168734B1BE}" dt="2026-04-14T10:10:36.966" v="277" actId="403"/>
          <ac:spMkLst>
            <pc:docMk/>
            <pc:sldMk cId="0" sldId="259"/>
            <ac:spMk id="143" creationId="{00000000-0000-0000-0000-000000000000}"/>
          </ac:spMkLst>
        </pc:spChg>
        <pc:spChg chg="mod">
          <ac:chgData name="sumaira marzuqa" userId="c58d348c01a455e5" providerId="LiveId" clId="{F1C7D61A-34CB-4CD2-B32D-B2168734B1BE}" dt="2026-04-14T10:09:35.310" v="265" actId="1076"/>
          <ac:spMkLst>
            <pc:docMk/>
            <pc:sldMk cId="0" sldId="259"/>
            <ac:spMk id="146" creationId="{00000000-0000-0000-0000-000000000000}"/>
          </ac:spMkLst>
        </pc:spChg>
        <pc:spChg chg="mod">
          <ac:chgData name="sumaira marzuqa" userId="c58d348c01a455e5" providerId="LiveId" clId="{F1C7D61A-34CB-4CD2-B32D-B2168734B1BE}" dt="2026-04-14T10:09:07.407" v="263" actId="1076"/>
          <ac:spMkLst>
            <pc:docMk/>
            <pc:sldMk cId="0" sldId="259"/>
            <ac:spMk id="149" creationId="{00000000-0000-0000-0000-000000000000}"/>
          </ac:spMkLst>
        </pc:spChg>
      </pc:sldChg>
      <pc:sldChg chg="modSp mod modNotes">
        <pc:chgData name="sumaira marzuqa" userId="c58d348c01a455e5" providerId="LiveId" clId="{F1C7D61A-34CB-4CD2-B32D-B2168734B1BE}" dt="2026-04-14T10:14:44.740" v="302" actId="14100"/>
        <pc:sldMkLst>
          <pc:docMk/>
          <pc:sldMk cId="0" sldId="260"/>
        </pc:sldMkLst>
        <pc:spChg chg="mod">
          <ac:chgData name="sumaira marzuqa" userId="c58d348c01a455e5" providerId="LiveId" clId="{F1C7D61A-34CB-4CD2-B32D-B2168734B1BE}" dt="2026-04-14T10:14:44.740" v="302" actId="14100"/>
          <ac:spMkLst>
            <pc:docMk/>
            <pc:sldMk cId="0" sldId="260"/>
            <ac:spMk id="158" creationId="{00000000-0000-0000-0000-000000000000}"/>
          </ac:spMkLst>
        </pc:spChg>
      </pc:sldChg>
      <pc:sldChg chg="modSp mod modNotes">
        <pc:chgData name="sumaira marzuqa" userId="c58d348c01a455e5" providerId="LiveId" clId="{F1C7D61A-34CB-4CD2-B32D-B2168734B1BE}" dt="2026-04-14T11:26:26.295" v="1151" actId="115"/>
        <pc:sldMkLst>
          <pc:docMk/>
          <pc:sldMk cId="0" sldId="261"/>
        </pc:sldMkLst>
        <pc:spChg chg="mod">
          <ac:chgData name="sumaira marzuqa" userId="c58d348c01a455e5" providerId="LiveId" clId="{F1C7D61A-34CB-4CD2-B32D-B2168734B1BE}" dt="2026-04-14T11:26:21.700" v="1150" actId="115"/>
          <ac:spMkLst>
            <pc:docMk/>
            <pc:sldMk cId="0" sldId="261"/>
            <ac:spMk id="173" creationId="{00000000-0000-0000-0000-000000000000}"/>
          </ac:spMkLst>
        </pc:spChg>
        <pc:spChg chg="mod">
          <ac:chgData name="sumaira marzuqa" userId="c58d348c01a455e5" providerId="LiveId" clId="{F1C7D61A-34CB-4CD2-B32D-B2168734B1BE}" dt="2026-04-14T11:26:26.295" v="1151" actId="115"/>
          <ac:spMkLst>
            <pc:docMk/>
            <pc:sldMk cId="0" sldId="261"/>
            <ac:spMk id="180" creationId="{00000000-0000-0000-0000-000000000000}"/>
          </ac:spMkLst>
        </pc:spChg>
        <pc:spChg chg="mod">
          <ac:chgData name="sumaira marzuqa" userId="c58d348c01a455e5" providerId="LiveId" clId="{F1C7D61A-34CB-4CD2-B32D-B2168734B1BE}" dt="2026-04-14T11:23:38.257" v="1102" actId="1076"/>
          <ac:spMkLst>
            <pc:docMk/>
            <pc:sldMk cId="0" sldId="261"/>
            <ac:spMk id="183" creationId="{00000000-0000-0000-0000-000000000000}"/>
          </ac:spMkLst>
        </pc:spChg>
      </pc:sldChg>
      <pc:sldChg chg="modSp mod">
        <pc:chgData name="sumaira marzuqa" userId="c58d348c01a455e5" providerId="LiveId" clId="{F1C7D61A-34CB-4CD2-B32D-B2168734B1BE}" dt="2026-04-14T11:25:37.471" v="1149" actId="404"/>
        <pc:sldMkLst>
          <pc:docMk/>
          <pc:sldMk cId="0" sldId="262"/>
        </pc:sldMkLst>
        <pc:spChg chg="mod">
          <ac:chgData name="sumaira marzuqa" userId="c58d348c01a455e5" providerId="LiveId" clId="{F1C7D61A-34CB-4CD2-B32D-B2168734B1BE}" dt="2026-04-14T11:25:10.236" v="1137" actId="1076"/>
          <ac:spMkLst>
            <pc:docMk/>
            <pc:sldMk cId="0" sldId="262"/>
            <ac:spMk id="194" creationId="{00000000-0000-0000-0000-000000000000}"/>
          </ac:spMkLst>
        </pc:spChg>
        <pc:spChg chg="mod">
          <ac:chgData name="sumaira marzuqa" userId="c58d348c01a455e5" providerId="LiveId" clId="{F1C7D61A-34CB-4CD2-B32D-B2168734B1BE}" dt="2026-04-14T11:25:37.471" v="1149" actId="404"/>
          <ac:spMkLst>
            <pc:docMk/>
            <pc:sldMk cId="0" sldId="262"/>
            <ac:spMk id="201" creationId="{00000000-0000-0000-0000-000000000000}"/>
          </ac:spMkLst>
        </pc:spChg>
      </pc:sldChg>
      <pc:sldChg chg="addSp delSp modSp mod modNotes">
        <pc:chgData name="sumaira marzuqa" userId="c58d348c01a455e5" providerId="LiveId" clId="{F1C7D61A-34CB-4CD2-B32D-B2168734B1BE}" dt="2026-04-14T11:20:24.239" v="972" actId="13822"/>
        <pc:sldMkLst>
          <pc:docMk/>
          <pc:sldMk cId="0" sldId="263"/>
        </pc:sldMkLst>
        <pc:spChg chg="add del">
          <ac:chgData name="sumaira marzuqa" userId="c58d348c01a455e5" providerId="LiveId" clId="{F1C7D61A-34CB-4CD2-B32D-B2168734B1BE}" dt="2026-04-14T10:50:24.188" v="305" actId="478"/>
          <ac:spMkLst>
            <pc:docMk/>
            <pc:sldMk cId="0" sldId="263"/>
            <ac:spMk id="2" creationId="{C39394D8-8EA8-E50D-0BB4-1E967534B518}"/>
          </ac:spMkLst>
        </pc:spChg>
        <pc:spChg chg="add mod">
          <ac:chgData name="sumaira marzuqa" userId="c58d348c01a455e5" providerId="LiveId" clId="{F1C7D61A-34CB-4CD2-B32D-B2168734B1BE}" dt="2026-04-14T11:10:22.121" v="649" actId="404"/>
          <ac:spMkLst>
            <pc:docMk/>
            <pc:sldMk cId="0" sldId="263"/>
            <ac:spMk id="3" creationId="{FD01A657-2714-8DDB-8AE7-9ED4A62591A3}"/>
          </ac:spMkLst>
        </pc:spChg>
        <pc:spChg chg="add mod">
          <ac:chgData name="sumaira marzuqa" userId="c58d348c01a455e5" providerId="LiveId" clId="{F1C7D61A-34CB-4CD2-B32D-B2168734B1BE}" dt="2026-04-14T11:09:37.879" v="642" actId="403"/>
          <ac:spMkLst>
            <pc:docMk/>
            <pc:sldMk cId="0" sldId="263"/>
            <ac:spMk id="4" creationId="{CA0CB424-43D1-87D1-F6BA-253BD9807966}"/>
          </ac:spMkLst>
        </pc:spChg>
        <pc:spChg chg="add mod">
          <ac:chgData name="sumaira marzuqa" userId="c58d348c01a455e5" providerId="LiveId" clId="{F1C7D61A-34CB-4CD2-B32D-B2168734B1BE}" dt="2026-04-14T11:09:44.659" v="646" actId="403"/>
          <ac:spMkLst>
            <pc:docMk/>
            <pc:sldMk cId="0" sldId="263"/>
            <ac:spMk id="5" creationId="{94F25170-71ED-72DB-1E49-16D48A7D7CBC}"/>
          </ac:spMkLst>
        </pc:spChg>
        <pc:spChg chg="add mod">
          <ac:chgData name="sumaira marzuqa" userId="c58d348c01a455e5" providerId="LiveId" clId="{F1C7D61A-34CB-4CD2-B32D-B2168734B1BE}" dt="2026-04-14T11:10:54.848" v="661" actId="403"/>
          <ac:spMkLst>
            <pc:docMk/>
            <pc:sldMk cId="0" sldId="263"/>
            <ac:spMk id="6" creationId="{225F2A55-9EAC-5771-A624-83A51CBED091}"/>
          </ac:spMkLst>
        </pc:spChg>
        <pc:spChg chg="add mod">
          <ac:chgData name="sumaira marzuqa" userId="c58d348c01a455e5" providerId="LiveId" clId="{F1C7D61A-34CB-4CD2-B32D-B2168734B1BE}" dt="2026-04-14T11:10:40.418" v="653" actId="403"/>
          <ac:spMkLst>
            <pc:docMk/>
            <pc:sldMk cId="0" sldId="263"/>
            <ac:spMk id="7" creationId="{EED72E29-2E64-B30A-EB02-8BEF8E1E3580}"/>
          </ac:spMkLst>
        </pc:spChg>
        <pc:spChg chg="add mod">
          <ac:chgData name="sumaira marzuqa" userId="c58d348c01a455e5" providerId="LiveId" clId="{F1C7D61A-34CB-4CD2-B32D-B2168734B1BE}" dt="2026-04-14T11:10:45.767" v="657" actId="403"/>
          <ac:spMkLst>
            <pc:docMk/>
            <pc:sldMk cId="0" sldId="263"/>
            <ac:spMk id="8" creationId="{3614F8FB-1FA4-0172-F9A0-8248A30DB1CA}"/>
          </ac:spMkLst>
        </pc:spChg>
        <pc:spChg chg="add mod">
          <ac:chgData name="sumaira marzuqa" userId="c58d348c01a455e5" providerId="LiveId" clId="{F1C7D61A-34CB-4CD2-B32D-B2168734B1BE}" dt="2026-04-14T11:13:30.249" v="723" actId="14100"/>
          <ac:spMkLst>
            <pc:docMk/>
            <pc:sldMk cId="0" sldId="263"/>
            <ac:spMk id="17" creationId="{DC956275-1ABB-063C-0F89-0D994800FB2B}"/>
          </ac:spMkLst>
        </pc:spChg>
        <pc:spChg chg="add mod">
          <ac:chgData name="sumaira marzuqa" userId="c58d348c01a455e5" providerId="LiveId" clId="{F1C7D61A-34CB-4CD2-B32D-B2168734B1BE}" dt="2026-04-14T11:14:14.674" v="765" actId="1076"/>
          <ac:spMkLst>
            <pc:docMk/>
            <pc:sldMk cId="0" sldId="263"/>
            <ac:spMk id="18" creationId="{64053B7A-3099-954A-0CBD-765C388CB13B}"/>
          </ac:spMkLst>
        </pc:spChg>
        <pc:spChg chg="add mod">
          <ac:chgData name="sumaira marzuqa" userId="c58d348c01a455e5" providerId="LiveId" clId="{F1C7D61A-34CB-4CD2-B32D-B2168734B1BE}" dt="2026-04-14T11:14:04.158" v="763" actId="1076"/>
          <ac:spMkLst>
            <pc:docMk/>
            <pc:sldMk cId="0" sldId="263"/>
            <ac:spMk id="19" creationId="{48A06FA8-3F2B-6209-F16A-564DEA0A6C0A}"/>
          </ac:spMkLst>
        </pc:spChg>
        <pc:spChg chg="add mod">
          <ac:chgData name="sumaira marzuqa" userId="c58d348c01a455e5" providerId="LiveId" clId="{F1C7D61A-34CB-4CD2-B32D-B2168734B1BE}" dt="2026-04-14T11:14:07.235" v="764" actId="1076"/>
          <ac:spMkLst>
            <pc:docMk/>
            <pc:sldMk cId="0" sldId="263"/>
            <ac:spMk id="20" creationId="{FCA906F4-FC94-BA37-EA70-7A0799B63B5F}"/>
          </ac:spMkLst>
        </pc:spChg>
        <pc:spChg chg="add mod">
          <ac:chgData name="sumaira marzuqa" userId="c58d348c01a455e5" providerId="LiveId" clId="{F1C7D61A-34CB-4CD2-B32D-B2168734B1BE}" dt="2026-04-14T11:17:26.085" v="862" actId="20577"/>
          <ac:spMkLst>
            <pc:docMk/>
            <pc:sldMk cId="0" sldId="263"/>
            <ac:spMk id="29" creationId="{990C2CCE-9B34-6F79-2B47-BB414B9F62B1}"/>
          </ac:spMkLst>
        </pc:spChg>
        <pc:spChg chg="add mod">
          <ac:chgData name="sumaira marzuqa" userId="c58d348c01a455e5" providerId="LiveId" clId="{F1C7D61A-34CB-4CD2-B32D-B2168734B1BE}" dt="2026-04-14T11:17:09.330" v="838" actId="20577"/>
          <ac:spMkLst>
            <pc:docMk/>
            <pc:sldMk cId="0" sldId="263"/>
            <ac:spMk id="30" creationId="{B6AFF294-79D5-5326-CBAD-5F6A2BB18363}"/>
          </ac:spMkLst>
        </pc:spChg>
        <pc:spChg chg="add mod">
          <ac:chgData name="sumaira marzuqa" userId="c58d348c01a455e5" providerId="LiveId" clId="{F1C7D61A-34CB-4CD2-B32D-B2168734B1BE}" dt="2026-04-14T11:16:47.498" v="808" actId="20577"/>
          <ac:spMkLst>
            <pc:docMk/>
            <pc:sldMk cId="0" sldId="263"/>
            <ac:spMk id="31" creationId="{031B532B-D708-24BF-EC83-552FD8074AE1}"/>
          </ac:spMkLst>
        </pc:spChg>
        <pc:spChg chg="add mod">
          <ac:chgData name="sumaira marzuqa" userId="c58d348c01a455e5" providerId="LiveId" clId="{F1C7D61A-34CB-4CD2-B32D-B2168734B1BE}" dt="2026-04-14T11:17:18.021" v="852" actId="20577"/>
          <ac:spMkLst>
            <pc:docMk/>
            <pc:sldMk cId="0" sldId="263"/>
            <ac:spMk id="32" creationId="{7F5B2F4E-115B-0387-3ED4-ABE04AA4BE42}"/>
          </ac:spMkLst>
        </pc:spChg>
        <pc:spChg chg="add mod">
          <ac:chgData name="sumaira marzuqa" userId="c58d348c01a455e5" providerId="LiveId" clId="{F1C7D61A-34CB-4CD2-B32D-B2168734B1BE}" dt="2026-04-14T11:17:04.371" v="829" actId="20577"/>
          <ac:spMkLst>
            <pc:docMk/>
            <pc:sldMk cId="0" sldId="263"/>
            <ac:spMk id="33" creationId="{08ED3078-A59B-50F2-85C0-4B708B15D524}"/>
          </ac:spMkLst>
        </pc:spChg>
        <pc:spChg chg="mod">
          <ac:chgData name="sumaira marzuqa" userId="c58d348c01a455e5" providerId="LiveId" clId="{F1C7D61A-34CB-4CD2-B32D-B2168734B1BE}" dt="2026-04-14T11:05:06.560" v="515" actId="1076"/>
          <ac:spMkLst>
            <pc:docMk/>
            <pc:sldMk cId="0" sldId="263"/>
            <ac:spMk id="209" creationId="{00000000-0000-0000-0000-000000000000}"/>
          </ac:spMkLst>
        </pc:spChg>
        <pc:spChg chg="mod">
          <ac:chgData name="sumaira marzuqa" userId="c58d348c01a455e5" providerId="LiveId" clId="{F1C7D61A-34CB-4CD2-B32D-B2168734B1BE}" dt="2026-04-14T11:05:03.609" v="514" actId="1076"/>
          <ac:spMkLst>
            <pc:docMk/>
            <pc:sldMk cId="0" sldId="263"/>
            <ac:spMk id="210" creationId="{00000000-0000-0000-0000-000000000000}"/>
          </ac:spMkLst>
        </pc:spChg>
        <pc:spChg chg="mod">
          <ac:chgData name="sumaira marzuqa" userId="c58d348c01a455e5" providerId="LiveId" clId="{F1C7D61A-34CB-4CD2-B32D-B2168734B1BE}" dt="2026-04-14T10:54:39.859" v="306" actId="20577"/>
          <ac:spMkLst>
            <pc:docMk/>
            <pc:sldMk cId="0" sldId="263"/>
            <ac:spMk id="213" creationId="{00000000-0000-0000-0000-000000000000}"/>
          </ac:spMkLst>
        </pc:spChg>
        <pc:spChg chg="mod">
          <ac:chgData name="sumaira marzuqa" userId="c58d348c01a455e5" providerId="LiveId" clId="{F1C7D61A-34CB-4CD2-B32D-B2168734B1BE}" dt="2026-04-14T10:44:20.174" v="303"/>
          <ac:spMkLst>
            <pc:docMk/>
            <pc:sldMk cId="0" sldId="263"/>
            <ac:spMk id="216" creationId="{00000000-0000-0000-0000-000000000000}"/>
          </ac:spMkLst>
        </pc:spChg>
        <pc:spChg chg="mod">
          <ac:chgData name="sumaira marzuqa" userId="c58d348c01a455e5" providerId="LiveId" clId="{F1C7D61A-34CB-4CD2-B32D-B2168734B1BE}" dt="2026-04-14T11:12:12.156" v="670" actId="20577"/>
          <ac:spMkLst>
            <pc:docMk/>
            <pc:sldMk cId="0" sldId="263"/>
            <ac:spMk id="219" creationId="{00000000-0000-0000-0000-000000000000}"/>
          </ac:spMkLst>
        </pc:spChg>
        <pc:spChg chg="mod">
          <ac:chgData name="sumaira marzuqa" userId="c58d348c01a455e5" providerId="LiveId" clId="{F1C7D61A-34CB-4CD2-B32D-B2168734B1BE}" dt="2026-04-14T11:18:09.468" v="916" actId="20577"/>
          <ac:spMkLst>
            <pc:docMk/>
            <pc:sldMk cId="0" sldId="263"/>
            <ac:spMk id="222" creationId="{00000000-0000-0000-0000-000000000000}"/>
          </ac:spMkLst>
        </pc:spChg>
        <pc:spChg chg="mod">
          <ac:chgData name="sumaira marzuqa" userId="c58d348c01a455e5" providerId="LiveId" clId="{F1C7D61A-34CB-4CD2-B32D-B2168734B1BE}" dt="2026-04-14T11:15:13.715" v="778" actId="20577"/>
          <ac:spMkLst>
            <pc:docMk/>
            <pc:sldMk cId="0" sldId="263"/>
            <ac:spMk id="225" creationId="{00000000-0000-0000-0000-000000000000}"/>
          </ac:spMkLst>
        </pc:spChg>
        <pc:spChg chg="mod">
          <ac:chgData name="sumaira marzuqa" userId="c58d348c01a455e5" providerId="LiveId" clId="{F1C7D61A-34CB-4CD2-B32D-B2168734B1BE}" dt="2026-04-14T11:19:09.620" v="961" actId="20577"/>
          <ac:spMkLst>
            <pc:docMk/>
            <pc:sldMk cId="0" sldId="263"/>
            <ac:spMk id="228" creationId="{00000000-0000-0000-0000-000000000000}"/>
          </ac:spMkLst>
        </pc:spChg>
        <pc:spChg chg="mod">
          <ac:chgData name="sumaira marzuqa" userId="c58d348c01a455e5" providerId="LiveId" clId="{F1C7D61A-34CB-4CD2-B32D-B2168734B1BE}" dt="2026-04-14T11:05:17.331" v="523" actId="404"/>
          <ac:spMkLst>
            <pc:docMk/>
            <pc:sldMk cId="0" sldId="263"/>
            <ac:spMk id="229" creationId="{00000000-0000-0000-0000-000000000000}"/>
          </ac:spMkLst>
        </pc:spChg>
        <pc:grpChg chg="mod">
          <ac:chgData name="sumaira marzuqa" userId="c58d348c01a455e5" providerId="LiveId" clId="{F1C7D61A-34CB-4CD2-B32D-B2168734B1BE}" dt="2026-04-14T11:05:21.820" v="524" actId="14100"/>
          <ac:grpSpMkLst>
            <pc:docMk/>
            <pc:sldMk cId="0" sldId="263"/>
            <ac:grpSpMk id="211" creationId="{00000000-0000-0000-0000-000000000000}"/>
          </ac:grpSpMkLst>
        </pc:grpChg>
        <pc:grpChg chg="mod">
          <ac:chgData name="sumaira marzuqa" userId="c58d348c01a455e5" providerId="LiveId" clId="{F1C7D61A-34CB-4CD2-B32D-B2168734B1BE}" dt="2026-04-14T11:05:31.799" v="525" actId="1076"/>
          <ac:grpSpMkLst>
            <pc:docMk/>
            <pc:sldMk cId="0" sldId="263"/>
            <ac:grpSpMk id="214" creationId="{00000000-0000-0000-0000-000000000000}"/>
          </ac:grpSpMkLst>
        </pc:grpChg>
        <pc:grpChg chg="mod">
          <ac:chgData name="sumaira marzuqa" userId="c58d348c01a455e5" providerId="LiveId" clId="{F1C7D61A-34CB-4CD2-B32D-B2168734B1BE}" dt="2026-04-14T11:11:18.987" v="662" actId="14100"/>
          <ac:grpSpMkLst>
            <pc:docMk/>
            <pc:sldMk cId="0" sldId="263"/>
            <ac:grpSpMk id="217" creationId="{00000000-0000-0000-0000-000000000000}"/>
          </ac:grpSpMkLst>
        </pc:grpChg>
        <pc:grpChg chg="mod">
          <ac:chgData name="sumaira marzuqa" userId="c58d348c01a455e5" providerId="LiveId" clId="{F1C7D61A-34CB-4CD2-B32D-B2168734B1BE}" dt="2026-04-14T11:11:27.546" v="663" actId="1076"/>
          <ac:grpSpMkLst>
            <pc:docMk/>
            <pc:sldMk cId="0" sldId="263"/>
            <ac:grpSpMk id="220" creationId="{00000000-0000-0000-0000-000000000000}"/>
          </ac:grpSpMkLst>
        </pc:grpChg>
        <pc:grpChg chg="mod">
          <ac:chgData name="sumaira marzuqa" userId="c58d348c01a455e5" providerId="LiveId" clId="{F1C7D61A-34CB-4CD2-B32D-B2168734B1BE}" dt="2026-04-14T11:11:36.884" v="664" actId="14100"/>
          <ac:grpSpMkLst>
            <pc:docMk/>
            <pc:sldMk cId="0" sldId="263"/>
            <ac:grpSpMk id="223" creationId="{00000000-0000-0000-0000-000000000000}"/>
          </ac:grpSpMkLst>
        </pc:grpChg>
        <pc:grpChg chg="mod">
          <ac:chgData name="sumaira marzuqa" userId="c58d348c01a455e5" providerId="LiveId" clId="{F1C7D61A-34CB-4CD2-B32D-B2168734B1BE}" dt="2026-04-14T11:12:09.405" v="669" actId="1076"/>
          <ac:grpSpMkLst>
            <pc:docMk/>
            <pc:sldMk cId="0" sldId="263"/>
            <ac:grpSpMk id="226" creationId="{00000000-0000-0000-0000-000000000000}"/>
          </ac:grpSpMkLst>
        </pc:grpChg>
        <pc:cxnChg chg="add mod">
          <ac:chgData name="sumaira marzuqa" userId="c58d348c01a455e5" providerId="LiveId" clId="{F1C7D61A-34CB-4CD2-B32D-B2168734B1BE}" dt="2026-04-14T11:06:28.129" v="535" actId="1076"/>
          <ac:cxnSpMkLst>
            <pc:docMk/>
            <pc:sldMk cId="0" sldId="263"/>
            <ac:cxnSpMk id="10" creationId="{BE2878A8-087C-72C5-85E9-024882971D88}"/>
          </ac:cxnSpMkLst>
        </pc:cxnChg>
        <pc:cxnChg chg="add mod">
          <ac:chgData name="sumaira marzuqa" userId="c58d348c01a455e5" providerId="LiveId" clId="{F1C7D61A-34CB-4CD2-B32D-B2168734B1BE}" dt="2026-04-14T11:06:25.872" v="534" actId="1076"/>
          <ac:cxnSpMkLst>
            <pc:docMk/>
            <pc:sldMk cId="0" sldId="263"/>
            <ac:cxnSpMk id="12" creationId="{A2B7E14D-E57B-3462-91B8-D10B45936675}"/>
          </ac:cxnSpMkLst>
        </pc:cxnChg>
        <pc:cxnChg chg="add mod">
          <ac:chgData name="sumaira marzuqa" userId="c58d348c01a455e5" providerId="LiveId" clId="{F1C7D61A-34CB-4CD2-B32D-B2168734B1BE}" dt="2026-04-14T11:06:46.963" v="540" actId="1076"/>
          <ac:cxnSpMkLst>
            <pc:docMk/>
            <pc:sldMk cId="0" sldId="263"/>
            <ac:cxnSpMk id="13" creationId="{40F8731E-AD3C-E1AA-DFCA-A1D097BFA504}"/>
          </ac:cxnSpMkLst>
        </pc:cxnChg>
        <pc:cxnChg chg="add mod">
          <ac:chgData name="sumaira marzuqa" userId="c58d348c01a455e5" providerId="LiveId" clId="{F1C7D61A-34CB-4CD2-B32D-B2168734B1BE}" dt="2026-04-14T11:07:03.485" v="545" actId="1076"/>
          <ac:cxnSpMkLst>
            <pc:docMk/>
            <pc:sldMk cId="0" sldId="263"/>
            <ac:cxnSpMk id="15" creationId="{F42C1F13-897B-407A-B2D5-AC2253C256BF}"/>
          </ac:cxnSpMkLst>
        </pc:cxnChg>
        <pc:cxnChg chg="add mod">
          <ac:chgData name="sumaira marzuqa" userId="c58d348c01a455e5" providerId="LiveId" clId="{F1C7D61A-34CB-4CD2-B32D-B2168734B1BE}" dt="2026-04-14T11:07:13.154" v="547" actId="1076"/>
          <ac:cxnSpMkLst>
            <pc:docMk/>
            <pc:sldMk cId="0" sldId="263"/>
            <ac:cxnSpMk id="16" creationId="{757A41B3-5C94-AAA4-8168-66F4A3ADCDC7}"/>
          </ac:cxnSpMkLst>
        </pc:cxnChg>
        <pc:cxnChg chg="add mod">
          <ac:chgData name="sumaira marzuqa" userId="c58d348c01a455e5" providerId="LiveId" clId="{F1C7D61A-34CB-4CD2-B32D-B2168734B1BE}" dt="2026-04-14T11:14:52.052" v="771" actId="1076"/>
          <ac:cxnSpMkLst>
            <pc:docMk/>
            <pc:sldMk cId="0" sldId="263"/>
            <ac:cxnSpMk id="22" creationId="{16FD3BF8-4F56-8A3C-46E9-6FAC2E5EC9E4}"/>
          </ac:cxnSpMkLst>
        </pc:cxnChg>
        <pc:cxnChg chg="add del mod">
          <ac:chgData name="sumaira marzuqa" userId="c58d348c01a455e5" providerId="LiveId" clId="{F1C7D61A-34CB-4CD2-B32D-B2168734B1BE}" dt="2026-04-14T11:15:07.229" v="777" actId="478"/>
          <ac:cxnSpMkLst>
            <pc:docMk/>
            <pc:sldMk cId="0" sldId="263"/>
            <ac:cxnSpMk id="26" creationId="{F8D00583-AB9F-D01C-DEDB-F1C9F9143A12}"/>
          </ac:cxnSpMkLst>
        </pc:cxnChg>
        <pc:cxnChg chg="add mod">
          <ac:chgData name="sumaira marzuqa" userId="c58d348c01a455e5" providerId="LiveId" clId="{F1C7D61A-34CB-4CD2-B32D-B2168734B1BE}" dt="2026-04-14T11:15:02.584" v="776" actId="1076"/>
          <ac:cxnSpMkLst>
            <pc:docMk/>
            <pc:sldMk cId="0" sldId="263"/>
            <ac:cxnSpMk id="27" creationId="{613A1789-9590-CC0C-4A97-5FFA3108B39E}"/>
          </ac:cxnSpMkLst>
        </pc:cxnChg>
        <pc:cxnChg chg="add mod">
          <ac:chgData name="sumaira marzuqa" userId="c58d348c01a455e5" providerId="LiveId" clId="{F1C7D61A-34CB-4CD2-B32D-B2168734B1BE}" dt="2026-04-14T11:14:59.274" v="775" actId="1076"/>
          <ac:cxnSpMkLst>
            <pc:docMk/>
            <pc:sldMk cId="0" sldId="263"/>
            <ac:cxnSpMk id="28" creationId="{9499A25A-C9CF-C139-97EE-63F93ACED1F8}"/>
          </ac:cxnSpMkLst>
        </pc:cxnChg>
        <pc:cxnChg chg="add mod">
          <ac:chgData name="sumaira marzuqa" userId="c58d348c01a455e5" providerId="LiveId" clId="{F1C7D61A-34CB-4CD2-B32D-B2168734B1BE}" dt="2026-04-14T11:19:34.063" v="965" actId="13822"/>
          <ac:cxnSpMkLst>
            <pc:docMk/>
            <pc:sldMk cId="0" sldId="263"/>
            <ac:cxnSpMk id="35" creationId="{7F90E798-08B5-B613-2226-B7834CC0E5A0}"/>
          </ac:cxnSpMkLst>
        </pc:cxnChg>
        <pc:cxnChg chg="add mod">
          <ac:chgData name="sumaira marzuqa" userId="c58d348c01a455e5" providerId="LiveId" clId="{F1C7D61A-34CB-4CD2-B32D-B2168734B1BE}" dt="2026-04-14T11:19:30.472" v="964" actId="13822"/>
          <ac:cxnSpMkLst>
            <pc:docMk/>
            <pc:sldMk cId="0" sldId="263"/>
            <ac:cxnSpMk id="37" creationId="{D2EFF2BA-72B4-F14E-8411-AF9C3563D627}"/>
          </ac:cxnSpMkLst>
        </pc:cxnChg>
        <pc:cxnChg chg="add mod">
          <ac:chgData name="sumaira marzuqa" userId="c58d348c01a455e5" providerId="LiveId" clId="{F1C7D61A-34CB-4CD2-B32D-B2168734B1BE}" dt="2026-04-14T11:19:44.461" v="967" actId="13822"/>
          <ac:cxnSpMkLst>
            <pc:docMk/>
            <pc:sldMk cId="0" sldId="263"/>
            <ac:cxnSpMk id="39" creationId="{8918089D-5CD4-CC25-CA8B-9AB9BCF97FA7}"/>
          </ac:cxnSpMkLst>
        </pc:cxnChg>
        <pc:cxnChg chg="add mod">
          <ac:chgData name="sumaira marzuqa" userId="c58d348c01a455e5" providerId="LiveId" clId="{F1C7D61A-34CB-4CD2-B32D-B2168734B1BE}" dt="2026-04-14T11:20:24.239" v="972" actId="13822"/>
          <ac:cxnSpMkLst>
            <pc:docMk/>
            <pc:sldMk cId="0" sldId="263"/>
            <ac:cxnSpMk id="41" creationId="{E4044EDE-58CA-AC5D-9842-200C605EF4B9}"/>
          </ac:cxnSpMkLst>
        </pc:cxnChg>
        <pc:cxnChg chg="add del mod">
          <ac:chgData name="sumaira marzuqa" userId="c58d348c01a455e5" providerId="LiveId" clId="{F1C7D61A-34CB-4CD2-B32D-B2168734B1BE}" dt="2026-04-14T11:20:20.673" v="971" actId="478"/>
          <ac:cxnSpMkLst>
            <pc:docMk/>
            <pc:sldMk cId="0" sldId="263"/>
            <ac:cxnSpMk id="43" creationId="{8F1F2FC7-89AB-C42E-FF84-9273BD49EE49}"/>
          </ac:cxnSpMkLst>
        </pc:cxnChg>
      </pc:sldChg>
      <pc:sldChg chg="modSp mod modNotes">
        <pc:chgData name="sumaira marzuqa" userId="c58d348c01a455e5" providerId="LiveId" clId="{F1C7D61A-34CB-4CD2-B32D-B2168734B1BE}" dt="2026-04-14T11:02:33.933" v="496" actId="20577"/>
        <pc:sldMkLst>
          <pc:docMk/>
          <pc:sldMk cId="0" sldId="264"/>
        </pc:sldMkLst>
        <pc:spChg chg="mod">
          <ac:chgData name="sumaira marzuqa" userId="c58d348c01a455e5" providerId="LiveId" clId="{F1C7D61A-34CB-4CD2-B32D-B2168734B1BE}" dt="2026-04-14T11:01:37.849" v="468" actId="20577"/>
          <ac:spMkLst>
            <pc:docMk/>
            <pc:sldMk cId="0" sldId="264"/>
            <ac:spMk id="242" creationId="{00000000-0000-0000-0000-000000000000}"/>
          </ac:spMkLst>
        </pc:spChg>
        <pc:spChg chg="mod">
          <ac:chgData name="sumaira marzuqa" userId="c58d348c01a455e5" providerId="LiveId" clId="{F1C7D61A-34CB-4CD2-B32D-B2168734B1BE}" dt="2026-04-14T11:02:07.339" v="476" actId="20577"/>
          <ac:spMkLst>
            <pc:docMk/>
            <pc:sldMk cId="0" sldId="264"/>
            <ac:spMk id="245" creationId="{00000000-0000-0000-0000-000000000000}"/>
          </ac:spMkLst>
        </pc:spChg>
        <pc:spChg chg="mod">
          <ac:chgData name="sumaira marzuqa" userId="c58d348c01a455e5" providerId="LiveId" clId="{F1C7D61A-34CB-4CD2-B32D-B2168734B1BE}" dt="2026-04-14T11:01:34.862" v="464"/>
          <ac:spMkLst>
            <pc:docMk/>
            <pc:sldMk cId="0" sldId="264"/>
            <ac:spMk id="248" creationId="{00000000-0000-0000-0000-000000000000}"/>
          </ac:spMkLst>
        </pc:spChg>
        <pc:spChg chg="mod">
          <ac:chgData name="sumaira marzuqa" userId="c58d348c01a455e5" providerId="LiveId" clId="{F1C7D61A-34CB-4CD2-B32D-B2168734B1BE}" dt="2026-04-14T11:02:33.933" v="496" actId="20577"/>
          <ac:spMkLst>
            <pc:docMk/>
            <pc:sldMk cId="0" sldId="264"/>
            <ac:spMk id="251" creationId="{00000000-0000-0000-0000-000000000000}"/>
          </ac:spMkLst>
        </pc:spChg>
        <pc:spChg chg="mod">
          <ac:chgData name="sumaira marzuqa" userId="c58d348c01a455e5" providerId="LiveId" clId="{F1C7D61A-34CB-4CD2-B32D-B2168734B1BE}" dt="2026-04-14T11:02:16.636" v="477"/>
          <ac:spMkLst>
            <pc:docMk/>
            <pc:sldMk cId="0" sldId="264"/>
            <ac:spMk id="254" creationId="{00000000-0000-0000-0000-000000000000}"/>
          </ac:spMkLst>
        </pc:spChg>
      </pc:sldChg>
      <pc:sldChg chg="modSp mod">
        <pc:chgData name="sumaira marzuqa" userId="c58d348c01a455e5" providerId="LiveId" clId="{F1C7D61A-34CB-4CD2-B32D-B2168734B1BE}" dt="2026-04-14T11:02:46.210" v="498" actId="20577"/>
        <pc:sldMkLst>
          <pc:docMk/>
          <pc:sldMk cId="0" sldId="265"/>
        </pc:sldMkLst>
        <pc:spChg chg="mod">
          <ac:chgData name="sumaira marzuqa" userId="c58d348c01a455e5" providerId="LiveId" clId="{F1C7D61A-34CB-4CD2-B32D-B2168734B1BE}" dt="2026-04-14T11:01:59.026" v="472" actId="20577"/>
          <ac:spMkLst>
            <pc:docMk/>
            <pc:sldMk cId="0" sldId="265"/>
            <ac:spMk id="270" creationId="{00000000-0000-0000-0000-000000000000}"/>
          </ac:spMkLst>
        </pc:spChg>
        <pc:spChg chg="mod">
          <ac:chgData name="sumaira marzuqa" userId="c58d348c01a455e5" providerId="LiveId" clId="{F1C7D61A-34CB-4CD2-B32D-B2168734B1BE}" dt="2026-04-14T10:59:58.161" v="427" actId="20577"/>
          <ac:spMkLst>
            <pc:docMk/>
            <pc:sldMk cId="0" sldId="265"/>
            <ac:spMk id="273" creationId="{00000000-0000-0000-0000-000000000000}"/>
          </ac:spMkLst>
        </pc:spChg>
        <pc:spChg chg="mod">
          <ac:chgData name="sumaira marzuqa" userId="c58d348c01a455e5" providerId="LiveId" clId="{F1C7D61A-34CB-4CD2-B32D-B2168734B1BE}" dt="2026-04-14T11:02:46.210" v="498" actId="20577"/>
          <ac:spMkLst>
            <pc:docMk/>
            <pc:sldMk cId="0" sldId="265"/>
            <ac:spMk id="276" creationId="{00000000-0000-0000-0000-000000000000}"/>
          </ac:spMkLst>
        </pc:spChg>
        <pc:spChg chg="mod">
          <ac:chgData name="sumaira marzuqa" userId="c58d348c01a455e5" providerId="LiveId" clId="{F1C7D61A-34CB-4CD2-B32D-B2168734B1BE}" dt="2026-04-14T11:00:44.021" v="456" actId="20577"/>
          <ac:spMkLst>
            <pc:docMk/>
            <pc:sldMk cId="0" sldId="265"/>
            <ac:spMk id="279" creationId="{00000000-0000-0000-0000-000000000000}"/>
          </ac:spMkLst>
        </pc:spChg>
      </pc:sldChg>
      <pc:sldChg chg="modSp mod">
        <pc:chgData name="sumaira marzuqa" userId="c58d348c01a455e5" providerId="LiveId" clId="{F1C7D61A-34CB-4CD2-B32D-B2168734B1BE}" dt="2026-04-14T10:58:57.848" v="402" actId="20577"/>
        <pc:sldMkLst>
          <pc:docMk/>
          <pc:sldMk cId="0" sldId="266"/>
        </pc:sldMkLst>
        <pc:spChg chg="mod">
          <ac:chgData name="sumaira marzuqa" userId="c58d348c01a455e5" providerId="LiveId" clId="{F1C7D61A-34CB-4CD2-B32D-B2168734B1BE}" dt="2026-04-14T10:58:12.531" v="341" actId="20577"/>
          <ac:spMkLst>
            <pc:docMk/>
            <pc:sldMk cId="0" sldId="266"/>
            <ac:spMk id="288" creationId="{00000000-0000-0000-0000-000000000000}"/>
          </ac:spMkLst>
        </pc:spChg>
        <pc:spChg chg="mod">
          <ac:chgData name="sumaira marzuqa" userId="c58d348c01a455e5" providerId="LiveId" clId="{F1C7D61A-34CB-4CD2-B32D-B2168734B1BE}" dt="2026-04-14T10:57:37.599" v="323" actId="20577"/>
          <ac:spMkLst>
            <pc:docMk/>
            <pc:sldMk cId="0" sldId="266"/>
            <ac:spMk id="301" creationId="{00000000-0000-0000-0000-000000000000}"/>
          </ac:spMkLst>
        </pc:spChg>
        <pc:spChg chg="mod">
          <ac:chgData name="sumaira marzuqa" userId="c58d348c01a455e5" providerId="LiveId" clId="{F1C7D61A-34CB-4CD2-B32D-B2168734B1BE}" dt="2026-04-14T10:57:42.252" v="325" actId="20577"/>
          <ac:spMkLst>
            <pc:docMk/>
            <pc:sldMk cId="0" sldId="266"/>
            <ac:spMk id="304" creationId="{00000000-0000-0000-0000-000000000000}"/>
          </ac:spMkLst>
        </pc:spChg>
        <pc:spChg chg="mod">
          <ac:chgData name="sumaira marzuqa" userId="c58d348c01a455e5" providerId="LiveId" clId="{F1C7D61A-34CB-4CD2-B32D-B2168734B1BE}" dt="2026-04-14T10:57:44.926" v="326" actId="20577"/>
          <ac:spMkLst>
            <pc:docMk/>
            <pc:sldMk cId="0" sldId="266"/>
            <ac:spMk id="310" creationId="{00000000-0000-0000-0000-000000000000}"/>
          </ac:spMkLst>
        </pc:spChg>
        <pc:spChg chg="mod">
          <ac:chgData name="sumaira marzuqa" userId="c58d348c01a455e5" providerId="LiveId" clId="{F1C7D61A-34CB-4CD2-B32D-B2168734B1BE}" dt="2026-04-14T10:58:26.652" v="358" actId="20577"/>
          <ac:spMkLst>
            <pc:docMk/>
            <pc:sldMk cId="0" sldId="266"/>
            <ac:spMk id="313" creationId="{00000000-0000-0000-0000-000000000000}"/>
          </ac:spMkLst>
        </pc:spChg>
        <pc:spChg chg="mod">
          <ac:chgData name="sumaira marzuqa" userId="c58d348c01a455e5" providerId="LiveId" clId="{F1C7D61A-34CB-4CD2-B32D-B2168734B1BE}" dt="2026-04-14T10:58:46.607" v="391" actId="20577"/>
          <ac:spMkLst>
            <pc:docMk/>
            <pc:sldMk cId="0" sldId="266"/>
            <ac:spMk id="316" creationId="{00000000-0000-0000-0000-000000000000}"/>
          </ac:spMkLst>
        </pc:spChg>
        <pc:spChg chg="mod">
          <ac:chgData name="sumaira marzuqa" userId="c58d348c01a455e5" providerId="LiveId" clId="{F1C7D61A-34CB-4CD2-B32D-B2168734B1BE}" dt="2026-04-14T10:58:57.848" v="402" actId="20577"/>
          <ac:spMkLst>
            <pc:docMk/>
            <pc:sldMk cId="0" sldId="266"/>
            <ac:spMk id="3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ddfb93824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g3ddfb93824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7AD"/>
            </a:gs>
            <a:gs pos="100000">
              <a:srgbClr val="FFA9F9"/>
            </a:gs>
          </a:gsLst>
          <a:lin ang="0" scaled="0"/>
        </a:gradFill>
        <a:effectLst/>
      </p:bgPr>
    </p:bg>
    <p:spTree>
      <p:nvGrpSpPr>
        <p:cNvPr id="1" name="Shape 83"/>
        <p:cNvGrpSpPr/>
        <p:nvPr/>
      </p:nvGrpSpPr>
      <p:grpSpPr>
        <a:xfrm>
          <a:off x="0" y="0"/>
          <a:ext cx="0" cy="0"/>
          <a:chOff x="0" y="0"/>
          <a:chExt cx="0" cy="0"/>
        </a:xfrm>
      </p:grpSpPr>
      <p:sp>
        <p:nvSpPr>
          <p:cNvPr id="84" name="Google Shape;84;p13"/>
          <p:cNvSpPr/>
          <p:nvPr/>
        </p:nvSpPr>
        <p:spPr>
          <a:xfrm>
            <a:off x="4109371" y="491586"/>
            <a:ext cx="4508895" cy="1074229"/>
          </a:xfrm>
          <a:custGeom>
            <a:avLst/>
            <a:gdLst/>
            <a:ahLst/>
            <a:cxnLst/>
            <a:rect l="l" t="t" r="r" b="b"/>
            <a:pathLst>
              <a:path w="4508895" h="1074229" extrusionOk="0">
                <a:moveTo>
                  <a:pt x="0" y="0"/>
                </a:moveTo>
                <a:lnTo>
                  <a:pt x="4508895" y="0"/>
                </a:lnTo>
                <a:lnTo>
                  <a:pt x="4508895" y="1074228"/>
                </a:lnTo>
                <a:lnTo>
                  <a:pt x="0" y="1074228"/>
                </a:lnTo>
                <a:lnTo>
                  <a:pt x="0" y="0"/>
                </a:lnTo>
                <a:close/>
              </a:path>
            </a:pathLst>
          </a:custGeom>
          <a:blipFill rotWithShape="1">
            <a:blip r:embed="rId3">
              <a:alphaModFix/>
            </a:blip>
            <a:stretch>
              <a:fillRect r="-1381"/>
            </a:stretch>
          </a:blipFill>
          <a:ln>
            <a:noFill/>
          </a:ln>
        </p:spPr>
        <p:txBody>
          <a:bodyPr/>
          <a:lstStyle/>
          <a:p>
            <a:endParaRPr lang="en-IN"/>
          </a:p>
        </p:txBody>
      </p:sp>
      <p:sp>
        <p:nvSpPr>
          <p:cNvPr id="85" name="Google Shape;85;p13"/>
          <p:cNvSpPr/>
          <p:nvPr/>
        </p:nvSpPr>
        <p:spPr>
          <a:xfrm>
            <a:off x="321255" y="269322"/>
            <a:ext cx="3362961" cy="1518756"/>
          </a:xfrm>
          <a:custGeom>
            <a:avLst/>
            <a:gdLst/>
            <a:ahLst/>
            <a:cxnLst/>
            <a:rect l="l" t="t" r="r" b="b"/>
            <a:pathLst>
              <a:path w="3362961" h="1518756" extrusionOk="0">
                <a:moveTo>
                  <a:pt x="0" y="0"/>
                </a:moveTo>
                <a:lnTo>
                  <a:pt x="3362961" y="0"/>
                </a:lnTo>
                <a:lnTo>
                  <a:pt x="3362961" y="1518756"/>
                </a:lnTo>
                <a:lnTo>
                  <a:pt x="0" y="1518756"/>
                </a:lnTo>
                <a:lnTo>
                  <a:pt x="0" y="0"/>
                </a:lnTo>
                <a:close/>
              </a:path>
            </a:pathLst>
          </a:custGeom>
          <a:blipFill rotWithShape="1">
            <a:blip r:embed="rId4">
              <a:alphaModFix/>
            </a:blip>
            <a:stretch>
              <a:fillRect/>
            </a:stretch>
          </a:blipFill>
          <a:ln>
            <a:noFill/>
          </a:ln>
        </p:spPr>
        <p:txBody>
          <a:bodyPr/>
          <a:lstStyle/>
          <a:p>
            <a:endParaRPr lang="en-IN"/>
          </a:p>
        </p:txBody>
      </p:sp>
      <p:sp>
        <p:nvSpPr>
          <p:cNvPr id="86" name="Google Shape;86;p13"/>
          <p:cNvSpPr txBox="1"/>
          <p:nvPr/>
        </p:nvSpPr>
        <p:spPr>
          <a:xfrm>
            <a:off x="741494" y="2703779"/>
            <a:ext cx="17546506" cy="6085840"/>
          </a:xfrm>
          <a:prstGeom prst="rect">
            <a:avLst/>
          </a:prstGeom>
          <a:noFill/>
          <a:ln>
            <a:noFill/>
          </a:ln>
        </p:spPr>
        <p:txBody>
          <a:bodyPr spcFirstLastPara="1" wrap="square" lIns="0" tIns="0" rIns="0" bIns="0" anchor="t" anchorCtr="0">
            <a:spAutoFit/>
          </a:bodyPr>
          <a:lstStyle/>
          <a:p>
            <a:pPr marL="0" marR="0" lvl="0" indent="0" algn="l" rtl="0">
              <a:lnSpc>
                <a:spcPct val="140011"/>
              </a:lnSpc>
              <a:spcBef>
                <a:spcPts val="0"/>
              </a:spcBef>
              <a:spcAft>
                <a:spcPts val="0"/>
              </a:spcAft>
              <a:buNone/>
            </a:pPr>
            <a:r>
              <a:rPr lang="en-US" sz="3399" b="1" i="0" u="none" strike="noStrike" cap="none">
                <a:solidFill>
                  <a:srgbClr val="284B71"/>
                </a:solidFill>
                <a:latin typeface="Arial"/>
                <a:ea typeface="Arial"/>
                <a:cs typeface="Arial"/>
                <a:sym typeface="Arial"/>
              </a:rPr>
              <a:t>AI/ML Hackathon 2026</a:t>
            </a:r>
            <a:endParaRPr/>
          </a:p>
          <a:p>
            <a:pPr marL="0" marR="0" lvl="0" indent="0" algn="l" rtl="0">
              <a:lnSpc>
                <a:spcPct val="90997"/>
              </a:lnSpc>
              <a:spcBef>
                <a:spcPts val="0"/>
              </a:spcBef>
              <a:spcAft>
                <a:spcPts val="0"/>
              </a:spcAft>
              <a:buNone/>
            </a:pPr>
            <a:endParaRPr sz="3399" b="1" i="0" u="none" strike="noStrike" cap="none">
              <a:solidFill>
                <a:srgbClr val="284B71"/>
              </a:solidFill>
              <a:latin typeface="Arial"/>
              <a:ea typeface="Arial"/>
              <a:cs typeface="Arial"/>
              <a:sym typeface="Arial"/>
            </a:endParaRPr>
          </a:p>
          <a:p>
            <a:pPr marL="0" marR="0" lvl="0" indent="0" algn="l" rtl="0">
              <a:lnSpc>
                <a:spcPct val="91000"/>
              </a:lnSpc>
              <a:spcBef>
                <a:spcPts val="0"/>
              </a:spcBef>
              <a:spcAft>
                <a:spcPts val="0"/>
              </a:spcAft>
              <a:buNone/>
            </a:pPr>
            <a:r>
              <a:rPr lang="en-US" sz="14400" b="1" i="0" u="none" strike="noStrike" cap="none">
                <a:solidFill>
                  <a:srgbClr val="000000"/>
                </a:solidFill>
                <a:latin typeface="Arial"/>
                <a:ea typeface="Arial"/>
                <a:cs typeface="Arial"/>
                <a:sym typeface="Arial"/>
              </a:rPr>
              <a:t>Build</a:t>
            </a:r>
            <a:r>
              <a:rPr lang="en-US" sz="14400" b="1" i="0" u="none" strike="noStrike" cap="none">
                <a:solidFill>
                  <a:srgbClr val="75BF50"/>
                </a:solidFill>
                <a:latin typeface="Arial"/>
                <a:ea typeface="Arial"/>
                <a:cs typeface="Arial"/>
                <a:sym typeface="Arial"/>
              </a:rPr>
              <a:t>. </a:t>
            </a:r>
            <a:r>
              <a:rPr lang="en-US" sz="14400" b="1" i="0" u="none" strike="noStrike" cap="none">
                <a:solidFill>
                  <a:srgbClr val="000000"/>
                </a:solidFill>
                <a:latin typeface="Arial"/>
                <a:ea typeface="Arial"/>
                <a:cs typeface="Arial"/>
                <a:sym typeface="Arial"/>
              </a:rPr>
              <a:t>Solve</a:t>
            </a:r>
            <a:r>
              <a:rPr lang="en-US" sz="14400" b="1" i="0" u="none" strike="noStrike" cap="none">
                <a:solidFill>
                  <a:srgbClr val="1497D6"/>
                </a:solidFill>
                <a:latin typeface="Arial"/>
                <a:ea typeface="Arial"/>
                <a:cs typeface="Arial"/>
                <a:sym typeface="Arial"/>
              </a:rPr>
              <a:t>.</a:t>
            </a:r>
            <a:r>
              <a:rPr lang="en-US" sz="14400" b="1" i="0" u="none" strike="noStrike" cap="none">
                <a:solidFill>
                  <a:srgbClr val="000000"/>
                </a:solidFill>
                <a:latin typeface="Arial"/>
                <a:ea typeface="Arial"/>
                <a:cs typeface="Arial"/>
                <a:sym typeface="Arial"/>
              </a:rPr>
              <a:t> Present</a:t>
            </a:r>
            <a:r>
              <a:rPr lang="en-US" sz="14400" b="1" i="0" u="none" strike="noStrike" cap="none">
                <a:solidFill>
                  <a:srgbClr val="ED3237"/>
                </a:solidFill>
                <a:latin typeface="Arial"/>
                <a:ea typeface="Arial"/>
                <a:cs typeface="Arial"/>
                <a:sym typeface="Arial"/>
              </a:rPr>
              <a:t>.</a:t>
            </a:r>
            <a:endParaRPr/>
          </a:p>
          <a:p>
            <a:pPr marL="0" marR="0" lvl="0" indent="0" algn="l" rtl="0">
              <a:lnSpc>
                <a:spcPct val="33048"/>
              </a:lnSpc>
              <a:spcBef>
                <a:spcPts val="0"/>
              </a:spcBef>
              <a:spcAft>
                <a:spcPts val="0"/>
              </a:spcAft>
              <a:buNone/>
            </a:pPr>
            <a:endParaRPr sz="14400" b="1" i="0" u="none" strike="noStrike" cap="none">
              <a:solidFill>
                <a:srgbClr val="ED3237"/>
              </a:solidFill>
              <a:latin typeface="Arial"/>
              <a:ea typeface="Arial"/>
              <a:cs typeface="Arial"/>
              <a:sym typeface="Arial"/>
            </a:endParaRPr>
          </a:p>
          <a:p>
            <a:pPr marL="0" marR="0" lvl="0" indent="0" algn="l" rtl="0">
              <a:lnSpc>
                <a:spcPct val="140011"/>
              </a:lnSpc>
              <a:spcBef>
                <a:spcPts val="0"/>
              </a:spcBef>
              <a:spcAft>
                <a:spcPts val="0"/>
              </a:spcAft>
              <a:buNone/>
            </a:pPr>
            <a:r>
              <a:rPr lang="en-US" sz="3399" b="1" i="0" u="none" strike="noStrike" cap="none">
                <a:solidFill>
                  <a:srgbClr val="FEA928"/>
                </a:solidFill>
                <a:latin typeface="Arial"/>
                <a:ea typeface="Arial"/>
                <a:cs typeface="Arial"/>
                <a:sym typeface="Arial"/>
              </a:rPr>
              <a:t>2-Day AI/ML Hackathon for Engineering Students</a:t>
            </a:r>
            <a:endParaRPr/>
          </a:p>
          <a:p>
            <a:pPr marL="0" marR="0" lvl="0" indent="0" algn="l" rtl="0">
              <a:lnSpc>
                <a:spcPct val="140011"/>
              </a:lnSpc>
              <a:spcBef>
                <a:spcPts val="0"/>
              </a:spcBef>
              <a:spcAft>
                <a:spcPts val="0"/>
              </a:spcAft>
              <a:buNone/>
            </a:pPr>
            <a:endParaRPr sz="3399" b="1" i="0" u="none" strike="noStrike" cap="none">
              <a:solidFill>
                <a:srgbClr val="FEA92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txBody>
          <a:bodyPr/>
          <a:lstStyle/>
          <a:p>
            <a:endParaRPr lang="en-IN"/>
          </a:p>
        </p:txBody>
      </p:sp>
      <p:sp>
        <p:nvSpPr>
          <p:cNvPr id="92" name="Google Shape;92;p14"/>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txBody>
          <a:bodyPr/>
          <a:lstStyle/>
          <a:p>
            <a:endParaRPr lang="en-IN"/>
          </a:p>
        </p:txBody>
      </p:sp>
      <p:grpSp>
        <p:nvGrpSpPr>
          <p:cNvPr id="93" name="Google Shape;93;p14"/>
          <p:cNvGrpSpPr/>
          <p:nvPr/>
        </p:nvGrpSpPr>
        <p:grpSpPr>
          <a:xfrm>
            <a:off x="1113756" y="3530943"/>
            <a:ext cx="4439121" cy="1721385"/>
            <a:chOff x="0" y="0"/>
            <a:chExt cx="1169151" cy="453369"/>
          </a:xfrm>
        </p:grpSpPr>
        <p:sp>
          <p:nvSpPr>
            <p:cNvPr id="94" name="Google Shape;94;p14"/>
            <p:cNvSpPr/>
            <p:nvPr/>
          </p:nvSpPr>
          <p:spPr>
            <a:xfrm>
              <a:off x="0" y="0"/>
              <a:ext cx="1169151" cy="453369"/>
            </a:xfrm>
            <a:custGeom>
              <a:avLst/>
              <a:gdLst/>
              <a:ahLst/>
              <a:cxnLst/>
              <a:rect l="l" t="t" r="r" b="b"/>
              <a:pathLst>
                <a:path w="1169151" h="453369" extrusionOk="0">
                  <a:moveTo>
                    <a:pt x="88945" y="0"/>
                  </a:moveTo>
                  <a:lnTo>
                    <a:pt x="1080206" y="0"/>
                  </a:lnTo>
                  <a:cubicBezTo>
                    <a:pt x="1103796" y="0"/>
                    <a:pt x="1126419" y="9371"/>
                    <a:pt x="1143100" y="26051"/>
                  </a:cubicBezTo>
                  <a:cubicBezTo>
                    <a:pt x="1159780" y="42732"/>
                    <a:pt x="1169151" y="65355"/>
                    <a:pt x="1169151" y="88945"/>
                  </a:cubicBezTo>
                  <a:lnTo>
                    <a:pt x="1169151" y="364424"/>
                  </a:lnTo>
                  <a:cubicBezTo>
                    <a:pt x="1169151" y="388013"/>
                    <a:pt x="1159780" y="410637"/>
                    <a:pt x="1143100" y="427317"/>
                  </a:cubicBezTo>
                  <a:cubicBezTo>
                    <a:pt x="1126419" y="443998"/>
                    <a:pt x="1103796" y="453369"/>
                    <a:pt x="1080206" y="453369"/>
                  </a:cubicBezTo>
                  <a:lnTo>
                    <a:pt x="88945" y="453369"/>
                  </a:lnTo>
                  <a:cubicBezTo>
                    <a:pt x="65355" y="453369"/>
                    <a:pt x="42732" y="443998"/>
                    <a:pt x="26051" y="427317"/>
                  </a:cubicBezTo>
                  <a:cubicBezTo>
                    <a:pt x="9371" y="410637"/>
                    <a:pt x="0" y="388013"/>
                    <a:pt x="0" y="364424"/>
                  </a:cubicBezTo>
                  <a:lnTo>
                    <a:pt x="0" y="88945"/>
                  </a:lnTo>
                  <a:cubicBezTo>
                    <a:pt x="0" y="65355"/>
                    <a:pt x="9371" y="42732"/>
                    <a:pt x="26051" y="26051"/>
                  </a:cubicBezTo>
                  <a:cubicBezTo>
                    <a:pt x="42732" y="9371"/>
                    <a:pt x="65355" y="0"/>
                    <a:pt x="88945"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95;p14"/>
            <p:cNvSpPr txBox="1"/>
            <p:nvPr/>
          </p:nvSpPr>
          <p:spPr>
            <a:xfrm>
              <a:off x="0" y="76200"/>
              <a:ext cx="1169151"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FEA928"/>
                  </a:solidFill>
                  <a:latin typeface="Arial"/>
                  <a:ea typeface="Arial"/>
                  <a:cs typeface="Arial"/>
                  <a:sym typeface="Arial"/>
                </a:rPr>
                <a:t>Team Name</a:t>
              </a:r>
              <a:endParaRPr dirty="0"/>
            </a:p>
          </p:txBody>
        </p:sp>
      </p:grpSp>
      <p:sp>
        <p:nvSpPr>
          <p:cNvPr id="96" name="Google Shape;96;p14"/>
          <p:cNvSpPr txBox="1"/>
          <p:nvPr/>
        </p:nvSpPr>
        <p:spPr>
          <a:xfrm>
            <a:off x="1113756" y="1980779"/>
            <a:ext cx="6547670" cy="1350139"/>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Team Details</a:t>
            </a:r>
            <a:r>
              <a:rPr lang="en-US" sz="7597" b="1" i="0" u="none" strike="noStrike" cap="none">
                <a:solidFill>
                  <a:srgbClr val="75BF50"/>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75BF50"/>
              </a:solidFill>
              <a:latin typeface="Arial"/>
              <a:ea typeface="Arial"/>
              <a:cs typeface="Arial"/>
              <a:sym typeface="Arial"/>
            </a:endParaRPr>
          </a:p>
        </p:txBody>
      </p:sp>
      <p:grpSp>
        <p:nvGrpSpPr>
          <p:cNvPr id="97" name="Google Shape;97;p14"/>
          <p:cNvGrpSpPr/>
          <p:nvPr/>
        </p:nvGrpSpPr>
        <p:grpSpPr>
          <a:xfrm>
            <a:off x="1113756" y="5454569"/>
            <a:ext cx="4439121" cy="1721385"/>
            <a:chOff x="0" y="0"/>
            <a:chExt cx="1169151" cy="453369"/>
          </a:xfrm>
        </p:grpSpPr>
        <p:sp>
          <p:nvSpPr>
            <p:cNvPr id="98" name="Google Shape;98;p14"/>
            <p:cNvSpPr/>
            <p:nvPr/>
          </p:nvSpPr>
          <p:spPr>
            <a:xfrm>
              <a:off x="0" y="0"/>
              <a:ext cx="1169151" cy="453369"/>
            </a:xfrm>
            <a:custGeom>
              <a:avLst/>
              <a:gdLst/>
              <a:ahLst/>
              <a:cxnLst/>
              <a:rect l="l" t="t" r="r" b="b"/>
              <a:pathLst>
                <a:path w="1169151" h="453369" extrusionOk="0">
                  <a:moveTo>
                    <a:pt x="88945" y="0"/>
                  </a:moveTo>
                  <a:lnTo>
                    <a:pt x="1080206" y="0"/>
                  </a:lnTo>
                  <a:cubicBezTo>
                    <a:pt x="1103796" y="0"/>
                    <a:pt x="1126419" y="9371"/>
                    <a:pt x="1143100" y="26051"/>
                  </a:cubicBezTo>
                  <a:cubicBezTo>
                    <a:pt x="1159780" y="42732"/>
                    <a:pt x="1169151" y="65355"/>
                    <a:pt x="1169151" y="88945"/>
                  </a:cubicBezTo>
                  <a:lnTo>
                    <a:pt x="1169151" y="364424"/>
                  </a:lnTo>
                  <a:cubicBezTo>
                    <a:pt x="1169151" y="388013"/>
                    <a:pt x="1159780" y="410637"/>
                    <a:pt x="1143100" y="427317"/>
                  </a:cubicBezTo>
                  <a:cubicBezTo>
                    <a:pt x="1126419" y="443998"/>
                    <a:pt x="1103796" y="453369"/>
                    <a:pt x="1080206" y="453369"/>
                  </a:cubicBezTo>
                  <a:lnTo>
                    <a:pt x="88945" y="453369"/>
                  </a:lnTo>
                  <a:cubicBezTo>
                    <a:pt x="65355" y="453369"/>
                    <a:pt x="42732" y="443998"/>
                    <a:pt x="26051" y="427317"/>
                  </a:cubicBezTo>
                  <a:cubicBezTo>
                    <a:pt x="9371" y="410637"/>
                    <a:pt x="0" y="388013"/>
                    <a:pt x="0" y="364424"/>
                  </a:cubicBezTo>
                  <a:lnTo>
                    <a:pt x="0" y="88945"/>
                  </a:lnTo>
                  <a:cubicBezTo>
                    <a:pt x="0" y="65355"/>
                    <a:pt x="9371" y="42732"/>
                    <a:pt x="26051" y="26051"/>
                  </a:cubicBezTo>
                  <a:cubicBezTo>
                    <a:pt x="42732" y="9371"/>
                    <a:pt x="65355" y="0"/>
                    <a:pt x="88945"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4"/>
            <p:cNvSpPr txBox="1"/>
            <p:nvPr/>
          </p:nvSpPr>
          <p:spPr>
            <a:xfrm>
              <a:off x="0" y="76200"/>
              <a:ext cx="1169151"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FEA928"/>
                  </a:solidFill>
                  <a:latin typeface="Arial"/>
                  <a:ea typeface="Arial"/>
                  <a:cs typeface="Arial"/>
                  <a:sym typeface="Arial"/>
                </a:rPr>
                <a:t>Team Lead</a:t>
              </a:r>
              <a:endParaRPr dirty="0"/>
            </a:p>
          </p:txBody>
        </p:sp>
      </p:grpSp>
      <p:grpSp>
        <p:nvGrpSpPr>
          <p:cNvPr id="100" name="Google Shape;100;p14"/>
          <p:cNvGrpSpPr/>
          <p:nvPr/>
        </p:nvGrpSpPr>
        <p:grpSpPr>
          <a:xfrm>
            <a:off x="1113756" y="7375978"/>
            <a:ext cx="4439121" cy="2563443"/>
            <a:chOff x="0" y="0"/>
            <a:chExt cx="1169151" cy="675146"/>
          </a:xfrm>
        </p:grpSpPr>
        <p:sp>
          <p:nvSpPr>
            <p:cNvPr id="101" name="Google Shape;101;p14"/>
            <p:cNvSpPr/>
            <p:nvPr/>
          </p:nvSpPr>
          <p:spPr>
            <a:xfrm>
              <a:off x="0" y="0"/>
              <a:ext cx="1169151" cy="675146"/>
            </a:xfrm>
            <a:custGeom>
              <a:avLst/>
              <a:gdLst/>
              <a:ahLst/>
              <a:cxnLst/>
              <a:rect l="l" t="t" r="r" b="b"/>
              <a:pathLst>
                <a:path w="1169151" h="675146" extrusionOk="0">
                  <a:moveTo>
                    <a:pt x="88945" y="0"/>
                  </a:moveTo>
                  <a:lnTo>
                    <a:pt x="1080206" y="0"/>
                  </a:lnTo>
                  <a:cubicBezTo>
                    <a:pt x="1103796" y="0"/>
                    <a:pt x="1126419" y="9371"/>
                    <a:pt x="1143100" y="26051"/>
                  </a:cubicBezTo>
                  <a:cubicBezTo>
                    <a:pt x="1159780" y="42732"/>
                    <a:pt x="1169151" y="65355"/>
                    <a:pt x="1169151" y="88945"/>
                  </a:cubicBezTo>
                  <a:lnTo>
                    <a:pt x="1169151" y="586200"/>
                  </a:lnTo>
                  <a:cubicBezTo>
                    <a:pt x="1169151" y="609790"/>
                    <a:pt x="1159780" y="632414"/>
                    <a:pt x="1143100" y="649094"/>
                  </a:cubicBezTo>
                  <a:cubicBezTo>
                    <a:pt x="1126419" y="665775"/>
                    <a:pt x="1103796" y="675146"/>
                    <a:pt x="1080206" y="675146"/>
                  </a:cubicBezTo>
                  <a:lnTo>
                    <a:pt x="88945" y="675146"/>
                  </a:lnTo>
                  <a:cubicBezTo>
                    <a:pt x="39822" y="675146"/>
                    <a:pt x="0" y="635323"/>
                    <a:pt x="0" y="586200"/>
                  </a:cubicBezTo>
                  <a:lnTo>
                    <a:pt x="0" y="88945"/>
                  </a:lnTo>
                  <a:cubicBezTo>
                    <a:pt x="0" y="65355"/>
                    <a:pt x="9371" y="42732"/>
                    <a:pt x="26051" y="26051"/>
                  </a:cubicBezTo>
                  <a:cubicBezTo>
                    <a:pt x="42732" y="9371"/>
                    <a:pt x="65355" y="0"/>
                    <a:pt x="88945"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4"/>
            <p:cNvSpPr txBox="1"/>
            <p:nvPr/>
          </p:nvSpPr>
          <p:spPr>
            <a:xfrm>
              <a:off x="0" y="76200"/>
              <a:ext cx="1169151" cy="598946"/>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Team Members</a:t>
              </a:r>
              <a:endParaRPr/>
            </a:p>
          </p:txBody>
        </p:sp>
      </p:grpSp>
      <p:grpSp>
        <p:nvGrpSpPr>
          <p:cNvPr id="103" name="Google Shape;103;p14"/>
          <p:cNvGrpSpPr/>
          <p:nvPr/>
        </p:nvGrpSpPr>
        <p:grpSpPr>
          <a:xfrm>
            <a:off x="5737776" y="3530943"/>
            <a:ext cx="11088478" cy="1721385"/>
            <a:chOff x="0" y="0"/>
            <a:chExt cx="2920422" cy="453369"/>
          </a:xfrm>
        </p:grpSpPr>
        <p:sp>
          <p:nvSpPr>
            <p:cNvPr id="104" name="Google Shape;104;p14"/>
            <p:cNvSpPr/>
            <p:nvPr/>
          </p:nvSpPr>
          <p:spPr>
            <a:xfrm>
              <a:off x="0" y="0"/>
              <a:ext cx="2920422" cy="453369"/>
            </a:xfrm>
            <a:custGeom>
              <a:avLst/>
              <a:gdLst/>
              <a:ahLst/>
              <a:cxnLst/>
              <a:rect l="l" t="t" r="r" b="b"/>
              <a:pathLst>
                <a:path w="2920422" h="453369" extrusionOk="0">
                  <a:moveTo>
                    <a:pt x="35608" y="0"/>
                  </a:moveTo>
                  <a:lnTo>
                    <a:pt x="2884814" y="0"/>
                  </a:lnTo>
                  <a:cubicBezTo>
                    <a:pt x="2904480" y="0"/>
                    <a:pt x="2920422" y="15942"/>
                    <a:pt x="2920422" y="35608"/>
                  </a:cubicBezTo>
                  <a:lnTo>
                    <a:pt x="2920422" y="417761"/>
                  </a:lnTo>
                  <a:cubicBezTo>
                    <a:pt x="2920422" y="437427"/>
                    <a:pt x="2904480" y="453369"/>
                    <a:pt x="2884814" y="453369"/>
                  </a:cubicBezTo>
                  <a:lnTo>
                    <a:pt x="35608" y="453369"/>
                  </a:lnTo>
                  <a:cubicBezTo>
                    <a:pt x="15942" y="453369"/>
                    <a:pt x="0" y="437427"/>
                    <a:pt x="0" y="417761"/>
                  </a:cubicBezTo>
                  <a:lnTo>
                    <a:pt x="0" y="35608"/>
                  </a:lnTo>
                  <a:cubicBezTo>
                    <a:pt x="0" y="15942"/>
                    <a:pt x="15942" y="0"/>
                    <a:pt x="35608"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txBox="1"/>
            <p:nvPr/>
          </p:nvSpPr>
          <p:spPr>
            <a:xfrm>
              <a:off x="0" y="76200"/>
              <a:ext cx="2920422"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D Coders</a:t>
              </a:r>
              <a:endParaRPr dirty="0"/>
            </a:p>
          </p:txBody>
        </p:sp>
      </p:grpSp>
      <p:grpSp>
        <p:nvGrpSpPr>
          <p:cNvPr id="106" name="Google Shape;106;p14"/>
          <p:cNvGrpSpPr/>
          <p:nvPr/>
        </p:nvGrpSpPr>
        <p:grpSpPr>
          <a:xfrm>
            <a:off x="5737776" y="5454569"/>
            <a:ext cx="11088478" cy="1721385"/>
            <a:chOff x="0" y="0"/>
            <a:chExt cx="2920422" cy="453369"/>
          </a:xfrm>
        </p:grpSpPr>
        <p:sp>
          <p:nvSpPr>
            <p:cNvPr id="107" name="Google Shape;107;p14"/>
            <p:cNvSpPr/>
            <p:nvPr/>
          </p:nvSpPr>
          <p:spPr>
            <a:xfrm>
              <a:off x="0" y="0"/>
              <a:ext cx="2920422" cy="453369"/>
            </a:xfrm>
            <a:custGeom>
              <a:avLst/>
              <a:gdLst/>
              <a:ahLst/>
              <a:cxnLst/>
              <a:rect l="l" t="t" r="r" b="b"/>
              <a:pathLst>
                <a:path w="2920422" h="453369" extrusionOk="0">
                  <a:moveTo>
                    <a:pt x="35608" y="0"/>
                  </a:moveTo>
                  <a:lnTo>
                    <a:pt x="2884814" y="0"/>
                  </a:lnTo>
                  <a:cubicBezTo>
                    <a:pt x="2904480" y="0"/>
                    <a:pt x="2920422" y="15942"/>
                    <a:pt x="2920422" y="35608"/>
                  </a:cubicBezTo>
                  <a:lnTo>
                    <a:pt x="2920422" y="417761"/>
                  </a:lnTo>
                  <a:cubicBezTo>
                    <a:pt x="2920422" y="437427"/>
                    <a:pt x="2904480" y="453369"/>
                    <a:pt x="2884814" y="453369"/>
                  </a:cubicBezTo>
                  <a:lnTo>
                    <a:pt x="35608" y="453369"/>
                  </a:lnTo>
                  <a:cubicBezTo>
                    <a:pt x="15942" y="453369"/>
                    <a:pt x="0" y="437427"/>
                    <a:pt x="0" y="417761"/>
                  </a:cubicBezTo>
                  <a:lnTo>
                    <a:pt x="0" y="35608"/>
                  </a:lnTo>
                  <a:cubicBezTo>
                    <a:pt x="0" y="15942"/>
                    <a:pt x="15942" y="0"/>
                    <a:pt x="35608"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4"/>
            <p:cNvSpPr txBox="1"/>
            <p:nvPr/>
          </p:nvSpPr>
          <p:spPr>
            <a:xfrm>
              <a:off x="0" y="76200"/>
              <a:ext cx="2920422"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Sumaiya N </a:t>
              </a:r>
              <a:r>
                <a:rPr lang="en-US" sz="2993" b="1" i="0" u="none" strike="noStrike" cap="none" dirty="0" err="1">
                  <a:solidFill>
                    <a:srgbClr val="284B71"/>
                  </a:solidFill>
                  <a:latin typeface="Arial"/>
                  <a:ea typeface="Arial"/>
                  <a:cs typeface="Arial"/>
                  <a:sym typeface="Arial"/>
                </a:rPr>
                <a:t>Sarwad</a:t>
              </a:r>
              <a:endParaRPr dirty="0"/>
            </a:p>
          </p:txBody>
        </p:sp>
      </p:grpSp>
      <p:grpSp>
        <p:nvGrpSpPr>
          <p:cNvPr id="109" name="Google Shape;109;p14"/>
          <p:cNvGrpSpPr/>
          <p:nvPr/>
        </p:nvGrpSpPr>
        <p:grpSpPr>
          <a:xfrm>
            <a:off x="5737776" y="7158987"/>
            <a:ext cx="11088478" cy="2780434"/>
            <a:chOff x="0" y="-57150"/>
            <a:chExt cx="2920422" cy="732296"/>
          </a:xfrm>
        </p:grpSpPr>
        <p:sp>
          <p:nvSpPr>
            <p:cNvPr id="110" name="Google Shape;110;p14"/>
            <p:cNvSpPr/>
            <p:nvPr/>
          </p:nvSpPr>
          <p:spPr>
            <a:xfrm>
              <a:off x="0" y="0"/>
              <a:ext cx="2920422" cy="675146"/>
            </a:xfrm>
            <a:custGeom>
              <a:avLst/>
              <a:gdLst/>
              <a:ahLst/>
              <a:cxnLst/>
              <a:rect l="l" t="t" r="r" b="b"/>
              <a:pathLst>
                <a:path w="2920422" h="675146" extrusionOk="0">
                  <a:moveTo>
                    <a:pt x="35608" y="0"/>
                  </a:moveTo>
                  <a:lnTo>
                    <a:pt x="2884814" y="0"/>
                  </a:lnTo>
                  <a:cubicBezTo>
                    <a:pt x="2904480" y="0"/>
                    <a:pt x="2920422" y="15942"/>
                    <a:pt x="2920422" y="35608"/>
                  </a:cubicBezTo>
                  <a:lnTo>
                    <a:pt x="2920422" y="639538"/>
                  </a:lnTo>
                  <a:cubicBezTo>
                    <a:pt x="2920422" y="659203"/>
                    <a:pt x="2904480" y="675146"/>
                    <a:pt x="2884814" y="675146"/>
                  </a:cubicBezTo>
                  <a:lnTo>
                    <a:pt x="35608" y="675146"/>
                  </a:lnTo>
                  <a:cubicBezTo>
                    <a:pt x="15942" y="675146"/>
                    <a:pt x="0" y="659203"/>
                    <a:pt x="0" y="639538"/>
                  </a:cubicBezTo>
                  <a:lnTo>
                    <a:pt x="0" y="35608"/>
                  </a:lnTo>
                  <a:cubicBezTo>
                    <a:pt x="0" y="15942"/>
                    <a:pt x="15942" y="0"/>
                    <a:pt x="35608"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4"/>
            <p:cNvSpPr txBox="1"/>
            <p:nvPr/>
          </p:nvSpPr>
          <p:spPr>
            <a:xfrm>
              <a:off x="0" y="-57150"/>
              <a:ext cx="2920422" cy="732296"/>
            </a:xfrm>
            <a:prstGeom prst="rect">
              <a:avLst/>
            </a:prstGeom>
            <a:noFill/>
            <a:ln>
              <a:noFill/>
            </a:ln>
          </p:spPr>
          <p:txBody>
            <a:bodyPr spcFirstLastPara="1" wrap="square" lIns="50800" tIns="50800" rIns="50800" bIns="50800" anchor="ctr" anchorCtr="0">
              <a:noAutofit/>
            </a:bodyPr>
            <a:lstStyle/>
            <a:p>
              <a:pPr marL="0" marR="0" lvl="0" indent="0" algn="ctr" rtl="0">
                <a:lnSpc>
                  <a:spcPct val="139024"/>
                </a:lnSpc>
                <a:spcBef>
                  <a:spcPts val="0"/>
                </a:spcBef>
                <a:spcAft>
                  <a:spcPts val="0"/>
                </a:spcAft>
                <a:buNone/>
              </a:pPr>
              <a:r>
                <a:rPr lang="en-US" sz="2993" b="1" i="0" u="none" strike="noStrike" cap="none" dirty="0">
                  <a:solidFill>
                    <a:srgbClr val="284B71"/>
                  </a:solidFill>
                  <a:latin typeface="Arial"/>
                  <a:ea typeface="Arial"/>
                  <a:cs typeface="Arial"/>
                  <a:sym typeface="Arial"/>
                </a:rPr>
                <a:t>Sumaira Marzuqa Bashir</a:t>
              </a:r>
              <a:endParaRPr dirty="0"/>
            </a:p>
            <a:p>
              <a:pPr marL="0" marR="0" lvl="0" indent="0" algn="ctr" rtl="0">
                <a:lnSpc>
                  <a:spcPct val="139024"/>
                </a:lnSpc>
                <a:spcBef>
                  <a:spcPts val="0"/>
                </a:spcBef>
                <a:spcAft>
                  <a:spcPts val="0"/>
                </a:spcAft>
                <a:buNone/>
              </a:pPr>
              <a:r>
                <a:rPr lang="en-US" sz="2993" b="1" i="0" u="none" strike="noStrike" cap="none" dirty="0">
                  <a:solidFill>
                    <a:srgbClr val="284B71"/>
                  </a:solidFill>
                  <a:latin typeface="Arial"/>
                  <a:ea typeface="Arial"/>
                  <a:cs typeface="Arial"/>
                  <a:sym typeface="Arial"/>
                </a:rPr>
                <a:t>Mohammed Anas</a:t>
              </a:r>
              <a:endParaRPr dirty="0"/>
            </a:p>
            <a:p>
              <a:pPr marL="0" marR="0" lvl="0" indent="0" algn="ctr" rtl="0">
                <a:lnSpc>
                  <a:spcPct val="139024"/>
                </a:lnSpc>
                <a:spcBef>
                  <a:spcPts val="0"/>
                </a:spcBef>
                <a:spcAft>
                  <a:spcPts val="0"/>
                </a:spcAft>
                <a:buNone/>
              </a:pPr>
              <a:r>
                <a:rPr lang="en-US" sz="2993" b="1" i="0" u="none" strike="noStrike" cap="none" dirty="0">
                  <a:solidFill>
                    <a:srgbClr val="284B71"/>
                  </a:solidFill>
                  <a:latin typeface="Arial"/>
                  <a:ea typeface="Arial"/>
                  <a:cs typeface="Arial"/>
                  <a:sym typeface="Arial"/>
                </a:rPr>
                <a:t>Sadeem Abdul Khader</a:t>
              </a:r>
              <a:endParaRPr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5"/>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txBody>
          <a:bodyPr/>
          <a:lstStyle/>
          <a:p>
            <a:endParaRPr lang="en-IN"/>
          </a:p>
        </p:txBody>
      </p:sp>
      <p:sp>
        <p:nvSpPr>
          <p:cNvPr id="117" name="Google Shape;117;p15"/>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txBody>
          <a:bodyPr/>
          <a:lstStyle/>
          <a:p>
            <a:endParaRPr lang="en-IN"/>
          </a:p>
        </p:txBody>
      </p:sp>
      <p:grpSp>
        <p:nvGrpSpPr>
          <p:cNvPr id="118" name="Google Shape;118;p15"/>
          <p:cNvGrpSpPr/>
          <p:nvPr/>
        </p:nvGrpSpPr>
        <p:grpSpPr>
          <a:xfrm>
            <a:off x="1028700" y="3600450"/>
            <a:ext cx="16584743" cy="5657850"/>
            <a:chOff x="0" y="0"/>
            <a:chExt cx="4274726" cy="1490133"/>
          </a:xfrm>
        </p:grpSpPr>
        <p:sp>
          <p:nvSpPr>
            <p:cNvPr id="119" name="Google Shape;119;p15"/>
            <p:cNvSpPr/>
            <p:nvPr/>
          </p:nvSpPr>
          <p:spPr>
            <a:xfrm>
              <a:off x="0" y="0"/>
              <a:ext cx="4274726" cy="1490133"/>
            </a:xfrm>
            <a:custGeom>
              <a:avLst/>
              <a:gdLst/>
              <a:ahLst/>
              <a:cxnLst/>
              <a:rect l="l" t="t" r="r" b="b"/>
              <a:pathLst>
                <a:path w="4274726" h="1490133" extrusionOk="0">
                  <a:moveTo>
                    <a:pt x="24327" y="0"/>
                  </a:moveTo>
                  <a:lnTo>
                    <a:pt x="4250399" y="0"/>
                  </a:lnTo>
                  <a:cubicBezTo>
                    <a:pt x="4263834" y="0"/>
                    <a:pt x="4274726" y="10891"/>
                    <a:pt x="4274726" y="24327"/>
                  </a:cubicBezTo>
                  <a:lnTo>
                    <a:pt x="4274726" y="1465807"/>
                  </a:lnTo>
                  <a:cubicBezTo>
                    <a:pt x="4274726" y="1472258"/>
                    <a:pt x="4272163" y="1478446"/>
                    <a:pt x="4267601" y="1483008"/>
                  </a:cubicBezTo>
                  <a:cubicBezTo>
                    <a:pt x="4263039" y="1487570"/>
                    <a:pt x="4256851" y="1490133"/>
                    <a:pt x="4250399" y="1490133"/>
                  </a:cubicBezTo>
                  <a:lnTo>
                    <a:pt x="24327" y="1490133"/>
                  </a:lnTo>
                  <a:cubicBezTo>
                    <a:pt x="10891" y="1490133"/>
                    <a:pt x="0" y="1479242"/>
                    <a:pt x="0" y="1465807"/>
                  </a:cubicBezTo>
                  <a:lnTo>
                    <a:pt x="0" y="24327"/>
                  </a:lnTo>
                  <a:cubicBezTo>
                    <a:pt x="0" y="10891"/>
                    <a:pt x="10891" y="0"/>
                    <a:pt x="24327"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txBox="1"/>
            <p:nvPr/>
          </p:nvSpPr>
          <p:spPr>
            <a:xfrm>
              <a:off x="134023" y="299186"/>
              <a:ext cx="4006680" cy="1034298"/>
            </a:xfrm>
            <a:prstGeom prst="rect">
              <a:avLst/>
            </a:prstGeom>
            <a:noFill/>
            <a:ln>
              <a:noFill/>
            </a:ln>
          </p:spPr>
          <p:txBody>
            <a:bodyPr spcFirstLastPara="1" wrap="square" lIns="50800" tIns="50800" rIns="50800" bIns="50800" anchor="ctr" anchorCtr="0">
              <a:noAutofit/>
            </a:bodyPr>
            <a:lstStyle/>
            <a:p>
              <a:pPr lvl="0" algn="just">
                <a:lnSpc>
                  <a:spcPct val="91000"/>
                </a:lnSpc>
              </a:pPr>
              <a:r>
                <a:rPr lang="en-US" sz="3600" b="1" dirty="0">
                  <a:solidFill>
                    <a:srgbClr val="284B71"/>
                  </a:solidFill>
                </a:rPr>
                <a:t>Online shoppers waste significant time switching between e-commerce platforms to find the best deals, often getting confused by inconsistent product names and hidden metrics. Existing tools only compare base prices, completely ignoring crucial factors like delivery fees, seller trust ratings, and return policies. This leaves consumers without a unified, data-driven way to determine the true overall value of a purchase.</a:t>
              </a:r>
            </a:p>
          </p:txBody>
        </p:sp>
      </p:grpSp>
      <p:sp>
        <p:nvSpPr>
          <p:cNvPr id="121" name="Google Shape;121;p15"/>
          <p:cNvSpPr txBox="1"/>
          <p:nvPr/>
        </p:nvSpPr>
        <p:spPr>
          <a:xfrm>
            <a:off x="1028700" y="2180804"/>
            <a:ext cx="4492160" cy="1350139"/>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Problem</a:t>
            </a:r>
            <a:r>
              <a:rPr lang="en-US" sz="7597" b="1" i="0" u="none" strike="noStrike" cap="none">
                <a:solidFill>
                  <a:srgbClr val="75BF50"/>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75BF50"/>
              </a:solidFill>
              <a:latin typeface="Arial"/>
              <a:ea typeface="Arial"/>
              <a:cs typeface="Arial"/>
              <a:sym typeface="Arial"/>
            </a:endParaRPr>
          </a:p>
        </p:txBody>
      </p:sp>
      <p:grpSp>
        <p:nvGrpSpPr>
          <p:cNvPr id="122" name="Google Shape;122;p15"/>
          <p:cNvGrpSpPr/>
          <p:nvPr/>
        </p:nvGrpSpPr>
        <p:grpSpPr>
          <a:xfrm>
            <a:off x="1028700" y="3600450"/>
            <a:ext cx="3114778" cy="1135971"/>
            <a:chOff x="0" y="0"/>
            <a:chExt cx="820353" cy="299186"/>
          </a:xfrm>
        </p:grpSpPr>
        <p:sp>
          <p:nvSpPr>
            <p:cNvPr id="123" name="Google Shape;123;p15"/>
            <p:cNvSpPr/>
            <p:nvPr/>
          </p:nvSpPr>
          <p:spPr>
            <a:xfrm>
              <a:off x="0" y="0"/>
              <a:ext cx="820353" cy="299186"/>
            </a:xfrm>
            <a:custGeom>
              <a:avLst/>
              <a:gdLst/>
              <a:ahLst/>
              <a:cxnLst/>
              <a:rect l="l" t="t" r="r" b="b"/>
              <a:pathLst>
                <a:path w="820353" h="299186" extrusionOk="0">
                  <a:moveTo>
                    <a:pt x="126763" y="0"/>
                  </a:moveTo>
                  <a:lnTo>
                    <a:pt x="693590" y="0"/>
                  </a:lnTo>
                  <a:cubicBezTo>
                    <a:pt x="763599" y="0"/>
                    <a:pt x="820353" y="56754"/>
                    <a:pt x="820353" y="126763"/>
                  </a:cubicBezTo>
                  <a:lnTo>
                    <a:pt x="820353" y="172423"/>
                  </a:lnTo>
                  <a:cubicBezTo>
                    <a:pt x="820353" y="206043"/>
                    <a:pt x="806998" y="238285"/>
                    <a:pt x="783225" y="262058"/>
                  </a:cubicBezTo>
                  <a:cubicBezTo>
                    <a:pt x="759452" y="285830"/>
                    <a:pt x="727210" y="299186"/>
                    <a:pt x="693590" y="299186"/>
                  </a:cubicBezTo>
                  <a:lnTo>
                    <a:pt x="126763" y="299186"/>
                  </a:lnTo>
                  <a:cubicBezTo>
                    <a:pt x="56754" y="299186"/>
                    <a:pt x="0" y="242432"/>
                    <a:pt x="0" y="172423"/>
                  </a:cubicBezTo>
                  <a:lnTo>
                    <a:pt x="0" y="126763"/>
                  </a:lnTo>
                  <a:cubicBezTo>
                    <a:pt x="0" y="93143"/>
                    <a:pt x="13355" y="60901"/>
                    <a:pt x="37128" y="37128"/>
                  </a:cubicBezTo>
                  <a:cubicBezTo>
                    <a:pt x="60901" y="13355"/>
                    <a:pt x="93143" y="0"/>
                    <a:pt x="12676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txBox="1"/>
            <p:nvPr/>
          </p:nvSpPr>
          <p:spPr>
            <a:xfrm>
              <a:off x="0" y="57150"/>
              <a:ext cx="820353"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PROBLEM STATEMENT</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6"/>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txBody>
          <a:bodyPr/>
          <a:lstStyle/>
          <a:p>
            <a:endParaRPr lang="en-IN"/>
          </a:p>
        </p:txBody>
      </p:sp>
      <p:sp>
        <p:nvSpPr>
          <p:cNvPr id="130" name="Google Shape;130;p16"/>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txBody>
          <a:bodyPr/>
          <a:lstStyle/>
          <a:p>
            <a:endParaRPr lang="en-IN"/>
          </a:p>
        </p:txBody>
      </p:sp>
      <p:grpSp>
        <p:nvGrpSpPr>
          <p:cNvPr id="131" name="Google Shape;131;p16"/>
          <p:cNvGrpSpPr/>
          <p:nvPr/>
        </p:nvGrpSpPr>
        <p:grpSpPr>
          <a:xfrm>
            <a:off x="1113756" y="3530943"/>
            <a:ext cx="11698816" cy="1721385"/>
            <a:chOff x="0" y="0"/>
            <a:chExt cx="3081170" cy="453369"/>
          </a:xfrm>
        </p:grpSpPr>
        <p:sp>
          <p:nvSpPr>
            <p:cNvPr id="132" name="Google Shape;132;p16"/>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6"/>
            <p:cNvSpPr txBox="1"/>
            <p:nvPr/>
          </p:nvSpPr>
          <p:spPr>
            <a:xfrm>
              <a:off x="0" y="38100"/>
              <a:ext cx="308117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FEA928"/>
                  </a:solidFill>
                  <a:latin typeface="Arial"/>
                  <a:ea typeface="Arial"/>
                  <a:cs typeface="Arial"/>
                  <a:sym typeface="Arial"/>
                </a:rPr>
                <a:t>83% of shoppers compare prices across multiple websites before purchasing</a:t>
              </a:r>
              <a:endParaRPr dirty="0"/>
            </a:p>
          </p:txBody>
        </p:sp>
      </p:grpSp>
      <p:sp>
        <p:nvSpPr>
          <p:cNvPr id="134" name="Google Shape;134;p16"/>
          <p:cNvSpPr txBox="1"/>
          <p:nvPr/>
        </p:nvSpPr>
        <p:spPr>
          <a:xfrm>
            <a:off x="1113756" y="1980779"/>
            <a:ext cx="14622363" cy="1343752"/>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Proofs </a:t>
            </a:r>
            <a:r>
              <a:rPr lang="en-US" sz="7597" b="0" i="0" u="none" strike="noStrike" cap="none">
                <a:solidFill>
                  <a:srgbClr val="000000"/>
                </a:solidFill>
                <a:latin typeface="Arial"/>
                <a:ea typeface="Arial"/>
                <a:cs typeface="Arial"/>
                <a:sym typeface="Arial"/>
              </a:rPr>
              <a:t>for </a:t>
            </a:r>
            <a:r>
              <a:rPr lang="en-US" sz="7597" b="1" i="0" u="none" strike="noStrike" cap="none">
                <a:solidFill>
                  <a:srgbClr val="000000"/>
                </a:solidFill>
                <a:latin typeface="Arial"/>
                <a:ea typeface="Arial"/>
                <a:cs typeface="Arial"/>
                <a:sym typeface="Arial"/>
              </a:rPr>
              <a:t>Problem Statement</a:t>
            </a:r>
            <a:r>
              <a:rPr lang="en-US" sz="7597" b="1" i="0" u="none" strike="noStrike" cap="none">
                <a:solidFill>
                  <a:srgbClr val="75BF50"/>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75BF50"/>
              </a:solidFill>
              <a:latin typeface="Arial"/>
              <a:ea typeface="Arial"/>
              <a:cs typeface="Arial"/>
              <a:sym typeface="Arial"/>
            </a:endParaRPr>
          </a:p>
        </p:txBody>
      </p:sp>
      <p:grpSp>
        <p:nvGrpSpPr>
          <p:cNvPr id="135" name="Google Shape;135;p16"/>
          <p:cNvGrpSpPr/>
          <p:nvPr/>
        </p:nvGrpSpPr>
        <p:grpSpPr>
          <a:xfrm>
            <a:off x="13138436" y="3530943"/>
            <a:ext cx="3687818" cy="1721385"/>
            <a:chOff x="0" y="0"/>
            <a:chExt cx="971277" cy="453369"/>
          </a:xfrm>
        </p:grpSpPr>
        <p:sp>
          <p:nvSpPr>
            <p:cNvPr id="136" name="Google Shape;136;p16"/>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6"/>
            <p:cNvSpPr txBox="1"/>
            <p:nvPr/>
          </p:nvSpPr>
          <p:spPr>
            <a:xfrm>
              <a:off x="0" y="29068"/>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400" b="1" i="0" u="none" strike="noStrike" cap="none" dirty="0">
                  <a:solidFill>
                    <a:srgbClr val="284B71"/>
                  </a:solidFill>
                  <a:latin typeface="Arial"/>
                  <a:ea typeface="Arial"/>
                  <a:cs typeface="Arial"/>
                  <a:sym typeface="Arial"/>
                </a:rPr>
                <a:t>https://getrivalert.com/blog/83-percent-shoppers-compare-prices-online</a:t>
              </a:r>
              <a:endParaRPr sz="1100" dirty="0"/>
            </a:p>
          </p:txBody>
        </p:sp>
      </p:grpSp>
      <p:grpSp>
        <p:nvGrpSpPr>
          <p:cNvPr id="138" name="Google Shape;138;p16"/>
          <p:cNvGrpSpPr/>
          <p:nvPr/>
        </p:nvGrpSpPr>
        <p:grpSpPr>
          <a:xfrm>
            <a:off x="13138436" y="5454569"/>
            <a:ext cx="3687818" cy="1721385"/>
            <a:chOff x="0" y="0"/>
            <a:chExt cx="971277" cy="453369"/>
          </a:xfrm>
        </p:grpSpPr>
        <p:sp>
          <p:nvSpPr>
            <p:cNvPr id="139" name="Google Shape;139;p16"/>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6"/>
            <p:cNvSpPr txBox="1"/>
            <p:nvPr/>
          </p:nvSpPr>
          <p:spPr>
            <a:xfrm>
              <a:off x="0" y="381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400" b="1" i="0" u="none" strike="noStrike" cap="none" dirty="0">
                  <a:solidFill>
                    <a:srgbClr val="284B71"/>
                  </a:solidFill>
                  <a:latin typeface="Arial"/>
                  <a:ea typeface="Arial"/>
                  <a:cs typeface="Arial"/>
                  <a:sym typeface="Arial"/>
                </a:rPr>
                <a:t>https://www.salsify.com/blog/shoppers-spend-on-the-consumer-buying-journey</a:t>
              </a:r>
              <a:endParaRPr sz="1100" dirty="0"/>
            </a:p>
          </p:txBody>
        </p:sp>
      </p:grpSp>
      <p:grpSp>
        <p:nvGrpSpPr>
          <p:cNvPr id="141" name="Google Shape;141;p16"/>
          <p:cNvGrpSpPr/>
          <p:nvPr/>
        </p:nvGrpSpPr>
        <p:grpSpPr>
          <a:xfrm>
            <a:off x="13138436" y="7375978"/>
            <a:ext cx="3687818" cy="1721385"/>
            <a:chOff x="0" y="0"/>
            <a:chExt cx="971277" cy="453369"/>
          </a:xfrm>
        </p:grpSpPr>
        <p:sp>
          <p:nvSpPr>
            <p:cNvPr id="142" name="Google Shape;142;p16"/>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6"/>
            <p:cNvSpPr txBox="1"/>
            <p:nvPr/>
          </p:nvSpPr>
          <p:spPr>
            <a:xfrm>
              <a:off x="0" y="56418"/>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400" b="1" i="0" u="none" strike="noStrike" cap="none" dirty="0">
                  <a:solidFill>
                    <a:srgbClr val="284B71"/>
                  </a:solidFill>
                  <a:latin typeface="Arial"/>
                  <a:ea typeface="Arial"/>
                  <a:cs typeface="Arial"/>
                  <a:sym typeface="Arial"/>
                </a:rPr>
                <a:t>https://www.ibef.org/blogs/how-consumer-buying-behaviour-is-shaping-e-commerce-in-india</a:t>
              </a:r>
              <a:endParaRPr sz="1100" dirty="0"/>
            </a:p>
          </p:txBody>
        </p:sp>
      </p:grpSp>
      <p:grpSp>
        <p:nvGrpSpPr>
          <p:cNvPr id="144" name="Google Shape;144;p16"/>
          <p:cNvGrpSpPr/>
          <p:nvPr/>
        </p:nvGrpSpPr>
        <p:grpSpPr>
          <a:xfrm>
            <a:off x="1113756" y="5461877"/>
            <a:ext cx="11698816" cy="1721385"/>
            <a:chOff x="0" y="0"/>
            <a:chExt cx="3081170" cy="453369"/>
          </a:xfrm>
        </p:grpSpPr>
        <p:sp>
          <p:nvSpPr>
            <p:cNvPr id="145" name="Google Shape;145;p16"/>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p:cNvSpPr txBox="1"/>
            <p:nvPr/>
          </p:nvSpPr>
          <p:spPr>
            <a:xfrm>
              <a:off x="0" y="38100"/>
              <a:ext cx="308117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FEA928"/>
                  </a:solidFill>
                  <a:latin typeface="Arial"/>
                  <a:ea typeface="Arial"/>
                  <a:cs typeface="Arial"/>
                  <a:sym typeface="Arial"/>
                </a:rPr>
                <a:t>The buying process is nonlinear and complex, involving multiple touchpoints (websites, apps, social media, marketplaces)</a:t>
              </a:r>
              <a:endParaRPr dirty="0"/>
            </a:p>
          </p:txBody>
        </p:sp>
      </p:grpSp>
      <p:grpSp>
        <p:nvGrpSpPr>
          <p:cNvPr id="147" name="Google Shape;147;p16"/>
          <p:cNvGrpSpPr/>
          <p:nvPr/>
        </p:nvGrpSpPr>
        <p:grpSpPr>
          <a:xfrm>
            <a:off x="1113756" y="7375978"/>
            <a:ext cx="11698816" cy="1721385"/>
            <a:chOff x="0" y="0"/>
            <a:chExt cx="3081170" cy="453369"/>
          </a:xfrm>
        </p:grpSpPr>
        <p:sp>
          <p:nvSpPr>
            <p:cNvPr id="148" name="Google Shape;148;p16"/>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6"/>
            <p:cNvSpPr txBox="1"/>
            <p:nvPr/>
          </p:nvSpPr>
          <p:spPr>
            <a:xfrm>
              <a:off x="0" y="38100"/>
              <a:ext cx="308117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FEA928"/>
                  </a:solidFill>
                  <a:latin typeface="Arial"/>
                  <a:ea typeface="Arial"/>
                  <a:cs typeface="Arial"/>
                  <a:sym typeface="Arial"/>
                </a:rPr>
                <a:t>Indian online shoppers value convenience, trust, and delivery speed, but lack of unified comparison tools makes evaluation across platforms difficult.</a:t>
              </a:r>
              <a:endParaRPr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7"/>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txBody>
          <a:bodyPr/>
          <a:lstStyle/>
          <a:p>
            <a:endParaRPr lang="en-IN"/>
          </a:p>
        </p:txBody>
      </p:sp>
      <p:sp>
        <p:nvSpPr>
          <p:cNvPr id="155" name="Google Shape;155;p17"/>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txBody>
          <a:bodyPr/>
          <a:lstStyle/>
          <a:p>
            <a:endParaRPr lang="en-IN"/>
          </a:p>
        </p:txBody>
      </p:sp>
      <p:grpSp>
        <p:nvGrpSpPr>
          <p:cNvPr id="156" name="Google Shape;156;p17"/>
          <p:cNvGrpSpPr/>
          <p:nvPr/>
        </p:nvGrpSpPr>
        <p:grpSpPr>
          <a:xfrm>
            <a:off x="1028700" y="3600450"/>
            <a:ext cx="16230600" cy="5657850"/>
            <a:chOff x="0" y="0"/>
            <a:chExt cx="4274726" cy="1490133"/>
          </a:xfrm>
        </p:grpSpPr>
        <p:sp>
          <p:nvSpPr>
            <p:cNvPr id="157" name="Google Shape;157;p17"/>
            <p:cNvSpPr/>
            <p:nvPr/>
          </p:nvSpPr>
          <p:spPr>
            <a:xfrm>
              <a:off x="0" y="0"/>
              <a:ext cx="4274726" cy="1490133"/>
            </a:xfrm>
            <a:custGeom>
              <a:avLst/>
              <a:gdLst/>
              <a:ahLst/>
              <a:cxnLst/>
              <a:rect l="l" t="t" r="r" b="b"/>
              <a:pathLst>
                <a:path w="4274726" h="1490133" extrusionOk="0">
                  <a:moveTo>
                    <a:pt x="24327" y="0"/>
                  </a:moveTo>
                  <a:lnTo>
                    <a:pt x="4250399" y="0"/>
                  </a:lnTo>
                  <a:cubicBezTo>
                    <a:pt x="4263834" y="0"/>
                    <a:pt x="4274726" y="10891"/>
                    <a:pt x="4274726" y="24327"/>
                  </a:cubicBezTo>
                  <a:lnTo>
                    <a:pt x="4274726" y="1465807"/>
                  </a:lnTo>
                  <a:cubicBezTo>
                    <a:pt x="4274726" y="1472258"/>
                    <a:pt x="4272163" y="1478446"/>
                    <a:pt x="4267601" y="1483008"/>
                  </a:cubicBezTo>
                  <a:cubicBezTo>
                    <a:pt x="4263039" y="1487570"/>
                    <a:pt x="4256851" y="1490133"/>
                    <a:pt x="4250399" y="1490133"/>
                  </a:cubicBezTo>
                  <a:lnTo>
                    <a:pt x="24327" y="1490133"/>
                  </a:lnTo>
                  <a:cubicBezTo>
                    <a:pt x="10891" y="1490133"/>
                    <a:pt x="0" y="1479242"/>
                    <a:pt x="0" y="1465807"/>
                  </a:cubicBezTo>
                  <a:lnTo>
                    <a:pt x="0" y="24327"/>
                  </a:lnTo>
                  <a:cubicBezTo>
                    <a:pt x="0" y="10891"/>
                    <a:pt x="10891" y="0"/>
                    <a:pt x="24327"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7"/>
            <p:cNvSpPr txBox="1"/>
            <p:nvPr/>
          </p:nvSpPr>
          <p:spPr>
            <a:xfrm>
              <a:off x="127817" y="152400"/>
              <a:ext cx="3987507" cy="1337733"/>
            </a:xfrm>
            <a:prstGeom prst="rect">
              <a:avLst/>
            </a:prstGeom>
            <a:noFill/>
            <a:ln>
              <a:noFill/>
            </a:ln>
          </p:spPr>
          <p:txBody>
            <a:bodyPr spcFirstLastPara="1" wrap="square" lIns="50800" tIns="50800" rIns="50800" bIns="50800" anchor="ctr" anchorCtr="0">
              <a:noAutofit/>
            </a:bodyPr>
            <a:lstStyle/>
            <a:p>
              <a:pPr marL="0" marR="0" lvl="0" indent="0" algn="just" rtl="0">
                <a:lnSpc>
                  <a:spcPct val="91000"/>
                </a:lnSpc>
                <a:spcBef>
                  <a:spcPts val="0"/>
                </a:spcBef>
                <a:spcAft>
                  <a:spcPts val="0"/>
                </a:spcAft>
                <a:buNone/>
              </a:pPr>
              <a:r>
                <a:rPr lang="en-US" sz="4000" b="1" i="0" u="none" strike="noStrike" cap="none" dirty="0">
                  <a:solidFill>
                    <a:srgbClr val="284B71"/>
                  </a:solidFill>
                  <a:latin typeface="Arial"/>
                  <a:ea typeface="Arial"/>
                  <a:cs typeface="Arial"/>
                  <a:sym typeface="Arial"/>
                </a:rPr>
                <a:t>To design/develop a </a:t>
              </a:r>
              <a:r>
                <a:rPr lang="en-US" sz="4000" b="1" i="0" u="sng" strike="noStrike" cap="none" dirty="0">
                  <a:solidFill>
                    <a:srgbClr val="284B71"/>
                  </a:solidFill>
                  <a:latin typeface="Arial"/>
                  <a:ea typeface="Arial"/>
                  <a:cs typeface="Arial"/>
                  <a:sym typeface="Arial"/>
                </a:rPr>
                <a:t>unified product comparison system</a:t>
              </a:r>
              <a:r>
                <a:rPr lang="en-US" sz="4000" b="1" i="0" u="none" strike="noStrike" cap="none" dirty="0">
                  <a:solidFill>
                    <a:srgbClr val="284B71"/>
                  </a:solidFill>
                  <a:latin typeface="Arial"/>
                  <a:ea typeface="Arial"/>
                  <a:cs typeface="Arial"/>
                  <a:sym typeface="Arial"/>
                </a:rPr>
                <a:t> for </a:t>
              </a:r>
              <a:r>
                <a:rPr lang="en-US" sz="4000" b="1" i="0" u="sng" strike="noStrike" cap="none" dirty="0">
                  <a:solidFill>
                    <a:srgbClr val="284B71"/>
                  </a:solidFill>
                  <a:latin typeface="Arial"/>
                  <a:ea typeface="Arial"/>
                  <a:cs typeface="Arial"/>
                  <a:sym typeface="Arial"/>
                </a:rPr>
                <a:t>online shoppers </a:t>
              </a:r>
              <a:r>
                <a:rPr lang="en-US" sz="4000" b="1" i="0" u="none" strike="noStrike" cap="none" dirty="0">
                  <a:solidFill>
                    <a:srgbClr val="284B71"/>
                  </a:solidFill>
                  <a:latin typeface="Arial"/>
                  <a:ea typeface="Arial"/>
                  <a:cs typeface="Arial"/>
                  <a:sym typeface="Arial"/>
                </a:rPr>
                <a:t>that solves </a:t>
              </a:r>
              <a:r>
                <a:rPr lang="en-US" sz="4000" b="1" i="0" u="sng" strike="noStrike" cap="none" dirty="0">
                  <a:solidFill>
                    <a:srgbClr val="284B71"/>
                  </a:solidFill>
                  <a:latin typeface="Arial"/>
                  <a:ea typeface="Arial"/>
                  <a:cs typeface="Arial"/>
                  <a:sym typeface="Arial"/>
                </a:rPr>
                <a:t>inefficient multi-platform price and value comparison.</a:t>
              </a:r>
              <a:endParaRPr sz="4000" u="sng" dirty="0"/>
            </a:p>
            <a:p>
              <a:pPr marL="0" marR="0" lvl="0" indent="0" algn="ctr" rtl="0">
                <a:lnSpc>
                  <a:spcPct val="91000"/>
                </a:lnSpc>
                <a:spcBef>
                  <a:spcPts val="0"/>
                </a:spcBef>
                <a:spcAft>
                  <a:spcPts val="0"/>
                </a:spcAft>
                <a:buNone/>
              </a:pPr>
              <a:endParaRPr sz="5400" b="1" i="0" u="none" strike="noStrike" cap="none" dirty="0">
                <a:solidFill>
                  <a:srgbClr val="284B71"/>
                </a:solidFill>
                <a:latin typeface="Arial"/>
                <a:ea typeface="Arial"/>
                <a:cs typeface="Arial"/>
                <a:sym typeface="Arial"/>
              </a:endParaRPr>
            </a:p>
          </p:txBody>
        </p:sp>
      </p:grpSp>
      <p:sp>
        <p:nvSpPr>
          <p:cNvPr id="159" name="Google Shape;159;p17"/>
          <p:cNvSpPr txBox="1"/>
          <p:nvPr/>
        </p:nvSpPr>
        <p:spPr>
          <a:xfrm>
            <a:off x="1028700" y="2180804"/>
            <a:ext cx="3083868" cy="1343752"/>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Solve</a:t>
            </a:r>
            <a:r>
              <a:rPr lang="en-US" sz="7597" b="1" i="0" u="none" strike="noStrike" cap="none">
                <a:solidFill>
                  <a:srgbClr val="1497D6"/>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1497D6"/>
              </a:solidFill>
              <a:latin typeface="Arial"/>
              <a:ea typeface="Arial"/>
              <a:cs typeface="Arial"/>
              <a:sym typeface="Arial"/>
            </a:endParaRPr>
          </a:p>
        </p:txBody>
      </p:sp>
      <p:grpSp>
        <p:nvGrpSpPr>
          <p:cNvPr id="160" name="Google Shape;160;p17"/>
          <p:cNvGrpSpPr/>
          <p:nvPr/>
        </p:nvGrpSpPr>
        <p:grpSpPr>
          <a:xfrm>
            <a:off x="1028700" y="3600450"/>
            <a:ext cx="3114778" cy="1135971"/>
            <a:chOff x="0" y="0"/>
            <a:chExt cx="820353" cy="299186"/>
          </a:xfrm>
        </p:grpSpPr>
        <p:sp>
          <p:nvSpPr>
            <p:cNvPr id="161" name="Google Shape;161;p17"/>
            <p:cNvSpPr/>
            <p:nvPr/>
          </p:nvSpPr>
          <p:spPr>
            <a:xfrm>
              <a:off x="0" y="0"/>
              <a:ext cx="820353" cy="299186"/>
            </a:xfrm>
            <a:custGeom>
              <a:avLst/>
              <a:gdLst/>
              <a:ahLst/>
              <a:cxnLst/>
              <a:rect l="l" t="t" r="r" b="b"/>
              <a:pathLst>
                <a:path w="820353" h="299186" extrusionOk="0">
                  <a:moveTo>
                    <a:pt x="126763" y="0"/>
                  </a:moveTo>
                  <a:lnTo>
                    <a:pt x="693590" y="0"/>
                  </a:lnTo>
                  <a:cubicBezTo>
                    <a:pt x="763599" y="0"/>
                    <a:pt x="820353" y="56754"/>
                    <a:pt x="820353" y="126763"/>
                  </a:cubicBezTo>
                  <a:lnTo>
                    <a:pt x="820353" y="172423"/>
                  </a:lnTo>
                  <a:cubicBezTo>
                    <a:pt x="820353" y="206043"/>
                    <a:pt x="806998" y="238285"/>
                    <a:pt x="783225" y="262058"/>
                  </a:cubicBezTo>
                  <a:cubicBezTo>
                    <a:pt x="759452" y="285830"/>
                    <a:pt x="727210" y="299186"/>
                    <a:pt x="693590" y="299186"/>
                  </a:cubicBezTo>
                  <a:lnTo>
                    <a:pt x="126763" y="299186"/>
                  </a:lnTo>
                  <a:cubicBezTo>
                    <a:pt x="56754" y="299186"/>
                    <a:pt x="0" y="242432"/>
                    <a:pt x="0" y="172423"/>
                  </a:cubicBezTo>
                  <a:lnTo>
                    <a:pt x="0" y="126763"/>
                  </a:lnTo>
                  <a:cubicBezTo>
                    <a:pt x="0" y="93143"/>
                    <a:pt x="13355" y="60901"/>
                    <a:pt x="37128" y="37128"/>
                  </a:cubicBezTo>
                  <a:cubicBezTo>
                    <a:pt x="60901" y="13355"/>
                    <a:pt x="93143" y="0"/>
                    <a:pt x="12676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7"/>
            <p:cNvSpPr txBox="1"/>
            <p:nvPr/>
          </p:nvSpPr>
          <p:spPr>
            <a:xfrm>
              <a:off x="0" y="57150"/>
              <a:ext cx="820353"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Our Solution</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8"/>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txBody>
          <a:bodyPr/>
          <a:lstStyle/>
          <a:p>
            <a:endParaRPr lang="en-IN"/>
          </a:p>
        </p:txBody>
      </p:sp>
      <p:sp>
        <p:nvSpPr>
          <p:cNvPr id="168" name="Google Shape;168;p18"/>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txBody>
          <a:bodyPr/>
          <a:lstStyle/>
          <a:p>
            <a:endParaRPr lang="en-IN"/>
          </a:p>
        </p:txBody>
      </p:sp>
      <p:sp>
        <p:nvSpPr>
          <p:cNvPr id="169" name="Google Shape;169;p18"/>
          <p:cNvSpPr txBox="1"/>
          <p:nvPr/>
        </p:nvSpPr>
        <p:spPr>
          <a:xfrm>
            <a:off x="1028700" y="2180804"/>
            <a:ext cx="5762476" cy="1343752"/>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Tech Stack </a:t>
            </a:r>
            <a:r>
              <a:rPr lang="en-US" sz="7597" b="1" i="0" u="none" strike="noStrike" cap="none">
                <a:solidFill>
                  <a:srgbClr val="1497D6"/>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1497D6"/>
              </a:solidFill>
              <a:latin typeface="Arial"/>
              <a:ea typeface="Arial"/>
              <a:cs typeface="Arial"/>
              <a:sym typeface="Arial"/>
            </a:endParaRPr>
          </a:p>
        </p:txBody>
      </p:sp>
      <p:grpSp>
        <p:nvGrpSpPr>
          <p:cNvPr id="170" name="Google Shape;170;p18"/>
          <p:cNvGrpSpPr/>
          <p:nvPr/>
        </p:nvGrpSpPr>
        <p:grpSpPr>
          <a:xfrm>
            <a:off x="1028700" y="3600450"/>
            <a:ext cx="8013601" cy="6168521"/>
            <a:chOff x="0" y="0"/>
            <a:chExt cx="10684803" cy="8224695"/>
          </a:xfrm>
        </p:grpSpPr>
        <p:grpSp>
          <p:nvGrpSpPr>
            <p:cNvPr id="171" name="Google Shape;171;p18"/>
            <p:cNvGrpSpPr/>
            <p:nvPr/>
          </p:nvGrpSpPr>
          <p:grpSpPr>
            <a:xfrm>
              <a:off x="0" y="0"/>
              <a:ext cx="10684803" cy="8224695"/>
              <a:chOff x="0" y="0"/>
              <a:chExt cx="2110578" cy="1624631"/>
            </a:xfrm>
          </p:grpSpPr>
          <p:sp>
            <p:nvSpPr>
              <p:cNvPr id="172" name="Google Shape;172;p18"/>
              <p:cNvSpPr/>
              <p:nvPr/>
            </p:nvSpPr>
            <p:spPr>
              <a:xfrm>
                <a:off x="0" y="0"/>
                <a:ext cx="2083794" cy="1624631"/>
              </a:xfrm>
              <a:custGeom>
                <a:avLst/>
                <a:gdLst/>
                <a:ahLst/>
                <a:cxnLst/>
                <a:rect l="l" t="t" r="r" b="b"/>
                <a:pathLst>
                  <a:path w="2083794" h="1624631" extrusionOk="0">
                    <a:moveTo>
                      <a:pt x="49904" y="0"/>
                    </a:moveTo>
                    <a:lnTo>
                      <a:pt x="2033890" y="0"/>
                    </a:lnTo>
                    <a:cubicBezTo>
                      <a:pt x="2047125" y="0"/>
                      <a:pt x="2059819" y="5258"/>
                      <a:pt x="2069178" y="14617"/>
                    </a:cubicBezTo>
                    <a:cubicBezTo>
                      <a:pt x="2078537" y="23975"/>
                      <a:pt x="2083794" y="36669"/>
                      <a:pt x="2083794" y="49904"/>
                    </a:cubicBezTo>
                    <a:lnTo>
                      <a:pt x="2083794" y="1574727"/>
                    </a:lnTo>
                    <a:cubicBezTo>
                      <a:pt x="2083794" y="1602288"/>
                      <a:pt x="2061451" y="1624631"/>
                      <a:pt x="2033890" y="1624631"/>
                    </a:cubicBezTo>
                    <a:lnTo>
                      <a:pt x="49904" y="1624631"/>
                    </a:lnTo>
                    <a:cubicBezTo>
                      <a:pt x="36669" y="1624631"/>
                      <a:pt x="23975" y="1619373"/>
                      <a:pt x="14617" y="1610015"/>
                    </a:cubicBezTo>
                    <a:cubicBezTo>
                      <a:pt x="5258" y="1600656"/>
                      <a:pt x="0" y="1587962"/>
                      <a:pt x="0" y="1574727"/>
                    </a:cubicBezTo>
                    <a:lnTo>
                      <a:pt x="0" y="49904"/>
                    </a:lnTo>
                    <a:cubicBezTo>
                      <a:pt x="0" y="36669"/>
                      <a:pt x="5258" y="23975"/>
                      <a:pt x="14617" y="14617"/>
                    </a:cubicBezTo>
                    <a:cubicBezTo>
                      <a:pt x="23975" y="5258"/>
                      <a:pt x="36669" y="0"/>
                      <a:pt x="49904"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p:nvPr/>
            </p:nvSpPr>
            <p:spPr>
              <a:xfrm>
                <a:off x="26784" y="50432"/>
                <a:ext cx="2083794" cy="1491281"/>
              </a:xfrm>
              <a:prstGeom prst="rect">
                <a:avLst/>
              </a:prstGeom>
              <a:noFill/>
              <a:ln>
                <a:noFill/>
              </a:ln>
            </p:spPr>
            <p:txBody>
              <a:bodyPr spcFirstLastPara="1" wrap="square" lIns="50800" tIns="50800" rIns="50800" bIns="50800" anchor="b" anchorCtr="0">
                <a:noAutofit/>
              </a:bodyPr>
              <a:lstStyle/>
              <a:p>
                <a:pPr marL="0" marR="0" lvl="0" indent="0" algn="l" rtl="0">
                  <a:lnSpc>
                    <a:spcPct val="91000"/>
                  </a:lnSpc>
                  <a:spcBef>
                    <a:spcPts val="0"/>
                  </a:spcBef>
                  <a:spcAft>
                    <a:spcPts val="0"/>
                  </a:spcAft>
                  <a:buNone/>
                </a:pPr>
                <a:r>
                  <a:rPr lang="en-US" sz="4400" b="1" i="0" u="none" strike="noStrike" cap="none" dirty="0">
                    <a:solidFill>
                      <a:srgbClr val="284B71"/>
                    </a:solidFill>
                    <a:latin typeface="Arial"/>
                    <a:ea typeface="Arial"/>
                    <a:cs typeface="Arial"/>
                    <a:sym typeface="Arial"/>
                  </a:rPr>
                  <a:t>This Model</a:t>
                </a:r>
                <a:endParaRPr lang="en-US" sz="1100" dirty="0"/>
              </a:p>
              <a:p>
                <a:pPr marL="0" marR="0" lvl="0" indent="0" algn="l" rtl="0">
                  <a:lnSpc>
                    <a:spcPct val="91000"/>
                  </a:lnSpc>
                  <a:spcBef>
                    <a:spcPts val="0"/>
                  </a:spcBef>
                  <a:spcAft>
                    <a:spcPts val="0"/>
                  </a:spcAft>
                  <a:buNone/>
                </a:pPr>
                <a:endParaRPr lang="en-US" sz="1100" b="1" i="0" u="none" strike="noStrike" cap="none" dirty="0">
                  <a:solidFill>
                    <a:srgbClr val="284B71"/>
                  </a:solidFill>
                  <a:latin typeface="Arial"/>
                  <a:ea typeface="Arial"/>
                  <a:cs typeface="Arial"/>
                  <a:sym typeface="Arial"/>
                </a:endParaRPr>
              </a:p>
              <a:p>
                <a:pPr marL="0" marR="0" lvl="0" indent="0" algn="l" rtl="0">
                  <a:lnSpc>
                    <a:spcPct val="91000"/>
                  </a:lnSpc>
                  <a:spcBef>
                    <a:spcPts val="0"/>
                  </a:spcBef>
                  <a:spcAft>
                    <a:spcPts val="0"/>
                  </a:spcAft>
                  <a:buNone/>
                </a:pPr>
                <a:endParaRPr lang="en-US" sz="1100" b="1" dirty="0">
                  <a:solidFill>
                    <a:srgbClr val="284B71"/>
                  </a:solidFill>
                </a:endParaRPr>
              </a:p>
              <a:p>
                <a:pPr marL="0" marR="0" lvl="0" indent="0" algn="l" rtl="0">
                  <a:lnSpc>
                    <a:spcPct val="91000"/>
                  </a:lnSpc>
                  <a:spcBef>
                    <a:spcPts val="0"/>
                  </a:spcBef>
                  <a:spcAft>
                    <a:spcPts val="0"/>
                  </a:spcAft>
                  <a:buNone/>
                </a:pPr>
                <a:endParaRPr lang="en-US" sz="1100" b="1" i="0" u="none" strike="noStrike" cap="none" dirty="0">
                  <a:solidFill>
                    <a:srgbClr val="284B71"/>
                  </a:solidFill>
                  <a:latin typeface="Arial"/>
                  <a:ea typeface="Arial"/>
                  <a:cs typeface="Arial"/>
                  <a:sym typeface="Arial"/>
                </a:endParaRPr>
              </a:p>
              <a:p>
                <a:pPr marL="0" marR="0" lvl="0" indent="0" algn="l" rtl="0">
                  <a:lnSpc>
                    <a:spcPct val="91000"/>
                  </a:lnSpc>
                  <a:spcBef>
                    <a:spcPts val="0"/>
                  </a:spcBef>
                  <a:spcAft>
                    <a:spcPts val="0"/>
                  </a:spcAft>
                  <a:buNone/>
                </a:pPr>
                <a:endParaRPr lang="en-US" sz="1200" b="1" i="0" u="none" strike="noStrike" cap="none" dirty="0">
                  <a:solidFill>
                    <a:srgbClr val="284B71"/>
                  </a:solidFill>
                  <a:latin typeface="Arial"/>
                  <a:ea typeface="Arial"/>
                  <a:cs typeface="Arial"/>
                  <a:sym typeface="Arial"/>
                </a:endParaRPr>
              </a:p>
              <a:p>
                <a:pPr marL="0" marR="0" lvl="0" indent="0" algn="l" rtl="0">
                  <a:lnSpc>
                    <a:spcPct val="91000"/>
                  </a:lnSpc>
                  <a:spcBef>
                    <a:spcPts val="0"/>
                  </a:spcBef>
                  <a:spcAft>
                    <a:spcPts val="0"/>
                  </a:spcAft>
                  <a:buNone/>
                </a:pPr>
                <a:endParaRPr lang="en-US" sz="1200" b="1" dirty="0">
                  <a:solidFill>
                    <a:srgbClr val="284B71"/>
                  </a:solidFill>
                </a:endParaRPr>
              </a:p>
              <a:p>
                <a:pPr marL="0" marR="0" lvl="0" indent="0" algn="l" rtl="0">
                  <a:lnSpc>
                    <a:spcPct val="91000"/>
                  </a:lnSpc>
                  <a:spcBef>
                    <a:spcPts val="0"/>
                  </a:spcBef>
                  <a:spcAft>
                    <a:spcPts val="0"/>
                  </a:spcAft>
                  <a:buNone/>
                </a:pPr>
                <a:r>
                  <a:rPr lang="en-US" sz="4000" b="1" i="0" u="none" strike="noStrike" cap="none" dirty="0">
                    <a:solidFill>
                      <a:srgbClr val="284B71"/>
                    </a:solidFill>
                    <a:latin typeface="Arial"/>
                    <a:ea typeface="Arial"/>
                    <a:cs typeface="Arial"/>
                    <a:sym typeface="Arial"/>
                  </a:rPr>
                  <a:t>Because it can </a:t>
                </a:r>
                <a:r>
                  <a:rPr lang="en-US" sz="4000" b="1" dirty="0">
                    <a:solidFill>
                      <a:srgbClr val="284B71"/>
                    </a:solidFill>
                  </a:rPr>
                  <a:t>c</a:t>
                </a:r>
                <a:r>
                  <a:rPr lang="en-US" sz="4000" b="1" i="0" strike="noStrike" cap="none" dirty="0">
                    <a:solidFill>
                      <a:srgbClr val="284B71"/>
                    </a:solidFill>
                    <a:latin typeface="Arial"/>
                    <a:ea typeface="Arial"/>
                    <a:cs typeface="Arial"/>
                    <a:sym typeface="Arial"/>
                  </a:rPr>
                  <a:t>ompare products instantly, show best deal using AI and Support text, image &amp; URL search</a:t>
                </a:r>
                <a:endParaRPr sz="1050" dirty="0"/>
              </a:p>
              <a:p>
                <a:pPr marL="0" marR="0" lvl="0" indent="0" algn="l" rtl="0">
                  <a:lnSpc>
                    <a:spcPct val="91000"/>
                  </a:lnSpc>
                  <a:spcBef>
                    <a:spcPts val="0"/>
                  </a:spcBef>
                  <a:spcAft>
                    <a:spcPts val="0"/>
                  </a:spcAft>
                  <a:buNone/>
                </a:pPr>
                <a:endParaRPr sz="4800" b="1" i="0" u="none" strike="noStrike" cap="none" dirty="0">
                  <a:solidFill>
                    <a:srgbClr val="284B71"/>
                  </a:solidFill>
                  <a:latin typeface="Arial"/>
                  <a:ea typeface="Arial"/>
                  <a:cs typeface="Arial"/>
                  <a:sym typeface="Arial"/>
                </a:endParaRPr>
              </a:p>
            </p:txBody>
          </p:sp>
        </p:grpSp>
        <p:grpSp>
          <p:nvGrpSpPr>
            <p:cNvPr id="174" name="Google Shape;174;p18"/>
            <p:cNvGrpSpPr/>
            <p:nvPr/>
          </p:nvGrpSpPr>
          <p:grpSpPr>
            <a:xfrm>
              <a:off x="0" y="0"/>
              <a:ext cx="4912231" cy="1514628"/>
              <a:chOff x="0" y="0"/>
              <a:chExt cx="970317" cy="299186"/>
            </a:xfrm>
          </p:grpSpPr>
          <p:sp>
            <p:nvSpPr>
              <p:cNvPr id="175" name="Google Shape;175;p18"/>
              <p:cNvSpPr/>
              <p:nvPr/>
            </p:nvSpPr>
            <p:spPr>
              <a:xfrm>
                <a:off x="0" y="0"/>
                <a:ext cx="970317" cy="299186"/>
              </a:xfrm>
              <a:custGeom>
                <a:avLst/>
                <a:gdLst/>
                <a:ahLst/>
                <a:cxnLst/>
                <a:rect l="l" t="t" r="r" b="b"/>
                <a:pathLst>
                  <a:path w="970317" h="299186" extrusionOk="0">
                    <a:moveTo>
                      <a:pt x="107171" y="0"/>
                    </a:moveTo>
                    <a:lnTo>
                      <a:pt x="863146" y="0"/>
                    </a:lnTo>
                    <a:cubicBezTo>
                      <a:pt x="922335" y="0"/>
                      <a:pt x="970317" y="47982"/>
                      <a:pt x="970317" y="107171"/>
                    </a:cubicBezTo>
                    <a:lnTo>
                      <a:pt x="970317" y="192014"/>
                    </a:lnTo>
                    <a:cubicBezTo>
                      <a:pt x="970317" y="220438"/>
                      <a:pt x="959026" y="247697"/>
                      <a:pt x="938927" y="267796"/>
                    </a:cubicBezTo>
                    <a:cubicBezTo>
                      <a:pt x="918829" y="287895"/>
                      <a:pt x="891570" y="299186"/>
                      <a:pt x="863146" y="299186"/>
                    </a:cubicBezTo>
                    <a:lnTo>
                      <a:pt x="107171" y="299186"/>
                    </a:lnTo>
                    <a:cubicBezTo>
                      <a:pt x="47982" y="299186"/>
                      <a:pt x="0" y="251203"/>
                      <a:pt x="0" y="192014"/>
                    </a:cubicBezTo>
                    <a:lnTo>
                      <a:pt x="0" y="107171"/>
                    </a:lnTo>
                    <a:cubicBezTo>
                      <a:pt x="0" y="78748"/>
                      <a:pt x="11291" y="51488"/>
                      <a:pt x="31390" y="31390"/>
                    </a:cubicBezTo>
                    <a:cubicBezTo>
                      <a:pt x="51488" y="11291"/>
                      <a:pt x="78748" y="0"/>
                      <a:pt x="107171"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8"/>
              <p:cNvSpPr txBox="1"/>
              <p:nvPr/>
            </p:nvSpPr>
            <p:spPr>
              <a:xfrm>
                <a:off x="0" y="57150"/>
                <a:ext cx="970317"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ML /AI Engine</a:t>
                </a:r>
                <a:endParaRPr/>
              </a:p>
            </p:txBody>
          </p:sp>
        </p:grpSp>
      </p:grpSp>
      <p:grpSp>
        <p:nvGrpSpPr>
          <p:cNvPr id="177" name="Google Shape;177;p18"/>
          <p:cNvGrpSpPr/>
          <p:nvPr/>
        </p:nvGrpSpPr>
        <p:grpSpPr>
          <a:xfrm>
            <a:off x="8940605" y="3192362"/>
            <a:ext cx="8217000" cy="6576609"/>
            <a:chOff x="-271193" y="-544118"/>
            <a:chExt cx="10956001" cy="8768813"/>
          </a:xfrm>
        </p:grpSpPr>
        <p:grpSp>
          <p:nvGrpSpPr>
            <p:cNvPr id="178" name="Google Shape;178;p18"/>
            <p:cNvGrpSpPr/>
            <p:nvPr/>
          </p:nvGrpSpPr>
          <p:grpSpPr>
            <a:xfrm>
              <a:off x="0" y="-544118"/>
              <a:ext cx="10684808" cy="8768813"/>
              <a:chOff x="0" y="-107480"/>
              <a:chExt cx="2110579" cy="1732111"/>
            </a:xfrm>
          </p:grpSpPr>
          <p:sp>
            <p:nvSpPr>
              <p:cNvPr id="179" name="Google Shape;179;p18"/>
              <p:cNvSpPr/>
              <p:nvPr/>
            </p:nvSpPr>
            <p:spPr>
              <a:xfrm>
                <a:off x="0" y="0"/>
                <a:ext cx="2083794" cy="1624631"/>
              </a:xfrm>
              <a:custGeom>
                <a:avLst/>
                <a:gdLst/>
                <a:ahLst/>
                <a:cxnLst/>
                <a:rect l="l" t="t" r="r" b="b"/>
                <a:pathLst>
                  <a:path w="2083794" h="1624631" extrusionOk="0">
                    <a:moveTo>
                      <a:pt x="49904" y="0"/>
                    </a:moveTo>
                    <a:lnTo>
                      <a:pt x="2033890" y="0"/>
                    </a:lnTo>
                    <a:cubicBezTo>
                      <a:pt x="2047125" y="0"/>
                      <a:pt x="2059819" y="5258"/>
                      <a:pt x="2069178" y="14617"/>
                    </a:cubicBezTo>
                    <a:cubicBezTo>
                      <a:pt x="2078537" y="23975"/>
                      <a:pt x="2083794" y="36669"/>
                      <a:pt x="2083794" y="49904"/>
                    </a:cubicBezTo>
                    <a:lnTo>
                      <a:pt x="2083794" y="1574727"/>
                    </a:lnTo>
                    <a:cubicBezTo>
                      <a:pt x="2083794" y="1602288"/>
                      <a:pt x="2061451" y="1624631"/>
                      <a:pt x="2033890" y="1624631"/>
                    </a:cubicBezTo>
                    <a:lnTo>
                      <a:pt x="49904" y="1624631"/>
                    </a:lnTo>
                    <a:cubicBezTo>
                      <a:pt x="36669" y="1624631"/>
                      <a:pt x="23975" y="1619373"/>
                      <a:pt x="14617" y="1610015"/>
                    </a:cubicBezTo>
                    <a:cubicBezTo>
                      <a:pt x="5258" y="1600656"/>
                      <a:pt x="0" y="1587962"/>
                      <a:pt x="0" y="1574727"/>
                    </a:cubicBezTo>
                    <a:lnTo>
                      <a:pt x="0" y="49904"/>
                    </a:lnTo>
                    <a:cubicBezTo>
                      <a:pt x="0" y="36669"/>
                      <a:pt x="5258" y="23975"/>
                      <a:pt x="14617" y="14617"/>
                    </a:cubicBezTo>
                    <a:cubicBezTo>
                      <a:pt x="23975" y="5258"/>
                      <a:pt x="36669" y="0"/>
                      <a:pt x="49904"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8"/>
              <p:cNvSpPr txBox="1"/>
              <p:nvPr/>
            </p:nvSpPr>
            <p:spPr>
              <a:xfrm>
                <a:off x="26785" y="-107480"/>
                <a:ext cx="2083794" cy="1491281"/>
              </a:xfrm>
              <a:prstGeom prst="rect">
                <a:avLst/>
              </a:prstGeom>
              <a:noFill/>
              <a:ln>
                <a:noFill/>
              </a:ln>
            </p:spPr>
            <p:txBody>
              <a:bodyPr spcFirstLastPara="1" wrap="square" lIns="50800" tIns="50800" rIns="50800" bIns="50800" anchor="b" anchorCtr="0">
                <a:noAutofit/>
              </a:bodyPr>
              <a:lstStyle/>
              <a:p>
                <a:pPr marL="0" marR="0" lvl="0" indent="0" algn="l" rtl="0">
                  <a:lnSpc>
                    <a:spcPct val="91000"/>
                  </a:lnSpc>
                  <a:spcBef>
                    <a:spcPts val="0"/>
                  </a:spcBef>
                  <a:spcAft>
                    <a:spcPts val="0"/>
                  </a:spcAft>
                  <a:buNone/>
                </a:pPr>
                <a:r>
                  <a:rPr lang="en-US" sz="4000" b="1" i="0" u="none" strike="noStrike" cap="none" dirty="0">
                    <a:solidFill>
                      <a:srgbClr val="284B71"/>
                    </a:solidFill>
                    <a:latin typeface="Arial"/>
                    <a:ea typeface="Arial"/>
                    <a:cs typeface="Arial"/>
                    <a:sym typeface="Arial"/>
                  </a:rPr>
                  <a:t> This is our backend</a:t>
                </a:r>
                <a:endParaRPr sz="4000" dirty="0"/>
              </a:p>
              <a:p>
                <a:pPr marL="0" marR="0" lvl="0" indent="0" algn="l" rtl="0">
                  <a:lnSpc>
                    <a:spcPct val="91000"/>
                  </a:lnSpc>
                  <a:spcBef>
                    <a:spcPts val="0"/>
                  </a:spcBef>
                  <a:spcAft>
                    <a:spcPts val="0"/>
                  </a:spcAft>
                  <a:buNone/>
                </a:pPr>
                <a:endParaRPr sz="4000" b="1" i="0" u="none" strike="noStrike" cap="none" dirty="0">
                  <a:solidFill>
                    <a:srgbClr val="284B71"/>
                  </a:solidFill>
                  <a:latin typeface="Arial"/>
                  <a:ea typeface="Arial"/>
                  <a:cs typeface="Arial"/>
                  <a:sym typeface="Arial"/>
                </a:endParaRPr>
              </a:p>
              <a:p>
                <a:pPr lvl="0">
                  <a:lnSpc>
                    <a:spcPct val="91000"/>
                  </a:lnSpc>
                </a:pPr>
                <a:r>
                  <a:rPr lang="en-US" sz="4000" b="1" i="0" u="none" strike="noStrike" cap="none" dirty="0">
                    <a:solidFill>
                      <a:srgbClr val="284B71"/>
                    </a:solidFill>
                    <a:latin typeface="Arial"/>
                    <a:ea typeface="Arial"/>
                    <a:cs typeface="Arial"/>
                    <a:sym typeface="Arial"/>
                  </a:rPr>
                  <a:t>Because it can</a:t>
                </a:r>
                <a:r>
                  <a:rPr lang="en-US" sz="4000" b="1" dirty="0">
                    <a:solidFill>
                      <a:srgbClr val="284B71"/>
                    </a:solidFill>
                  </a:rPr>
                  <a:t> fetch real-time data, run AI ranking engine and serve results instantly</a:t>
                </a:r>
                <a:endParaRPr sz="4000" dirty="0"/>
              </a:p>
              <a:p>
                <a:pPr marL="0" marR="0" lvl="0" indent="0" algn="l" rtl="0">
                  <a:lnSpc>
                    <a:spcPct val="91000"/>
                  </a:lnSpc>
                  <a:spcBef>
                    <a:spcPts val="0"/>
                  </a:spcBef>
                  <a:spcAft>
                    <a:spcPts val="0"/>
                  </a:spcAft>
                  <a:buNone/>
                </a:pPr>
                <a:endParaRPr sz="4000" b="1" i="0" u="none" strike="noStrike" cap="none" dirty="0">
                  <a:solidFill>
                    <a:srgbClr val="284B71"/>
                  </a:solidFill>
                  <a:latin typeface="Arial"/>
                  <a:ea typeface="Arial"/>
                  <a:cs typeface="Arial"/>
                  <a:sym typeface="Arial"/>
                </a:endParaRPr>
              </a:p>
            </p:txBody>
          </p:sp>
        </p:grpSp>
        <p:grpSp>
          <p:nvGrpSpPr>
            <p:cNvPr id="181" name="Google Shape;181;p18"/>
            <p:cNvGrpSpPr/>
            <p:nvPr/>
          </p:nvGrpSpPr>
          <p:grpSpPr>
            <a:xfrm>
              <a:off x="-271193" y="0"/>
              <a:ext cx="5183424" cy="1514628"/>
              <a:chOff x="-53569" y="0"/>
              <a:chExt cx="1023886" cy="299186"/>
            </a:xfrm>
          </p:grpSpPr>
          <p:sp>
            <p:nvSpPr>
              <p:cNvPr id="182" name="Google Shape;182;p18"/>
              <p:cNvSpPr/>
              <p:nvPr/>
            </p:nvSpPr>
            <p:spPr>
              <a:xfrm>
                <a:off x="0" y="0"/>
                <a:ext cx="970317" cy="299186"/>
              </a:xfrm>
              <a:custGeom>
                <a:avLst/>
                <a:gdLst/>
                <a:ahLst/>
                <a:cxnLst/>
                <a:rect l="l" t="t" r="r" b="b"/>
                <a:pathLst>
                  <a:path w="970317" h="299186" extrusionOk="0">
                    <a:moveTo>
                      <a:pt x="107171" y="0"/>
                    </a:moveTo>
                    <a:lnTo>
                      <a:pt x="863146" y="0"/>
                    </a:lnTo>
                    <a:cubicBezTo>
                      <a:pt x="922335" y="0"/>
                      <a:pt x="970317" y="47982"/>
                      <a:pt x="970317" y="107171"/>
                    </a:cubicBezTo>
                    <a:lnTo>
                      <a:pt x="970317" y="192014"/>
                    </a:lnTo>
                    <a:cubicBezTo>
                      <a:pt x="970317" y="220438"/>
                      <a:pt x="959026" y="247697"/>
                      <a:pt x="938927" y="267796"/>
                    </a:cubicBezTo>
                    <a:cubicBezTo>
                      <a:pt x="918829" y="287895"/>
                      <a:pt x="891570" y="299186"/>
                      <a:pt x="863146" y="299186"/>
                    </a:cubicBezTo>
                    <a:lnTo>
                      <a:pt x="107171" y="299186"/>
                    </a:lnTo>
                    <a:cubicBezTo>
                      <a:pt x="47982" y="299186"/>
                      <a:pt x="0" y="251203"/>
                      <a:pt x="0" y="192014"/>
                    </a:cubicBezTo>
                    <a:lnTo>
                      <a:pt x="0" y="107171"/>
                    </a:lnTo>
                    <a:cubicBezTo>
                      <a:pt x="0" y="78748"/>
                      <a:pt x="11291" y="51488"/>
                      <a:pt x="31390" y="31390"/>
                    </a:cubicBezTo>
                    <a:cubicBezTo>
                      <a:pt x="51488" y="11291"/>
                      <a:pt x="78748" y="0"/>
                      <a:pt x="107171"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8"/>
              <p:cNvSpPr txBox="1"/>
              <p:nvPr/>
            </p:nvSpPr>
            <p:spPr>
              <a:xfrm>
                <a:off x="-53569" y="28575"/>
                <a:ext cx="970317"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Backend and API </a:t>
                </a: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9"/>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txBody>
          <a:bodyPr/>
          <a:lstStyle/>
          <a:p>
            <a:endParaRPr lang="en-IN"/>
          </a:p>
        </p:txBody>
      </p:sp>
      <p:sp>
        <p:nvSpPr>
          <p:cNvPr id="189" name="Google Shape;189;p19"/>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txBody>
          <a:bodyPr/>
          <a:lstStyle/>
          <a:p>
            <a:endParaRPr lang="en-IN"/>
          </a:p>
        </p:txBody>
      </p:sp>
      <p:sp>
        <p:nvSpPr>
          <p:cNvPr id="190" name="Google Shape;190;p19"/>
          <p:cNvSpPr txBox="1"/>
          <p:nvPr/>
        </p:nvSpPr>
        <p:spPr>
          <a:xfrm>
            <a:off x="1028700" y="2180804"/>
            <a:ext cx="5762476" cy="1343752"/>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Tech Stack </a:t>
            </a:r>
            <a:r>
              <a:rPr lang="en-US" sz="7597" b="1" i="0" u="none" strike="noStrike" cap="none">
                <a:solidFill>
                  <a:srgbClr val="1497D6"/>
                </a:solidFill>
                <a:latin typeface="Arial"/>
                <a:ea typeface="Arial"/>
                <a:cs typeface="Arial"/>
                <a:sym typeface="Arial"/>
              </a:rPr>
              <a:t>. </a:t>
            </a:r>
            <a:endParaRPr/>
          </a:p>
          <a:p>
            <a:pPr marL="0" marR="0" lvl="0" indent="0" algn="l" rtl="0">
              <a:lnSpc>
                <a:spcPct val="33052"/>
              </a:lnSpc>
              <a:spcBef>
                <a:spcPts val="0"/>
              </a:spcBef>
              <a:spcAft>
                <a:spcPts val="0"/>
              </a:spcAft>
              <a:buNone/>
            </a:pPr>
            <a:endParaRPr sz="7597" b="1" i="0" u="none" strike="noStrike" cap="none">
              <a:solidFill>
                <a:srgbClr val="1497D6"/>
              </a:solidFill>
              <a:latin typeface="Arial"/>
              <a:ea typeface="Arial"/>
              <a:cs typeface="Arial"/>
              <a:sym typeface="Arial"/>
            </a:endParaRPr>
          </a:p>
        </p:txBody>
      </p:sp>
      <p:grpSp>
        <p:nvGrpSpPr>
          <p:cNvPr id="191" name="Google Shape;191;p19"/>
          <p:cNvGrpSpPr/>
          <p:nvPr/>
        </p:nvGrpSpPr>
        <p:grpSpPr>
          <a:xfrm>
            <a:off x="1028700" y="3524555"/>
            <a:ext cx="8115301" cy="6244416"/>
            <a:chOff x="0" y="-101194"/>
            <a:chExt cx="10820402" cy="8325889"/>
          </a:xfrm>
        </p:grpSpPr>
        <p:grpSp>
          <p:nvGrpSpPr>
            <p:cNvPr id="192" name="Google Shape;192;p19"/>
            <p:cNvGrpSpPr/>
            <p:nvPr/>
          </p:nvGrpSpPr>
          <p:grpSpPr>
            <a:xfrm>
              <a:off x="0" y="-101194"/>
              <a:ext cx="10820402" cy="8325889"/>
              <a:chOff x="0" y="-19989"/>
              <a:chExt cx="2137363" cy="1644620"/>
            </a:xfrm>
          </p:grpSpPr>
          <p:sp>
            <p:nvSpPr>
              <p:cNvPr id="193" name="Google Shape;193;p19"/>
              <p:cNvSpPr/>
              <p:nvPr/>
            </p:nvSpPr>
            <p:spPr>
              <a:xfrm>
                <a:off x="0" y="0"/>
                <a:ext cx="2083794" cy="1624631"/>
              </a:xfrm>
              <a:custGeom>
                <a:avLst/>
                <a:gdLst/>
                <a:ahLst/>
                <a:cxnLst/>
                <a:rect l="l" t="t" r="r" b="b"/>
                <a:pathLst>
                  <a:path w="2083794" h="1624631" extrusionOk="0">
                    <a:moveTo>
                      <a:pt x="49904" y="0"/>
                    </a:moveTo>
                    <a:lnTo>
                      <a:pt x="2033890" y="0"/>
                    </a:lnTo>
                    <a:cubicBezTo>
                      <a:pt x="2047125" y="0"/>
                      <a:pt x="2059819" y="5258"/>
                      <a:pt x="2069178" y="14617"/>
                    </a:cubicBezTo>
                    <a:cubicBezTo>
                      <a:pt x="2078537" y="23975"/>
                      <a:pt x="2083794" y="36669"/>
                      <a:pt x="2083794" y="49904"/>
                    </a:cubicBezTo>
                    <a:lnTo>
                      <a:pt x="2083794" y="1574727"/>
                    </a:lnTo>
                    <a:cubicBezTo>
                      <a:pt x="2083794" y="1602288"/>
                      <a:pt x="2061451" y="1624631"/>
                      <a:pt x="2033890" y="1624631"/>
                    </a:cubicBezTo>
                    <a:lnTo>
                      <a:pt x="49904" y="1624631"/>
                    </a:lnTo>
                    <a:cubicBezTo>
                      <a:pt x="36669" y="1624631"/>
                      <a:pt x="23975" y="1619373"/>
                      <a:pt x="14617" y="1610015"/>
                    </a:cubicBezTo>
                    <a:cubicBezTo>
                      <a:pt x="5258" y="1600656"/>
                      <a:pt x="0" y="1587962"/>
                      <a:pt x="0" y="1574727"/>
                    </a:cubicBezTo>
                    <a:lnTo>
                      <a:pt x="0" y="49904"/>
                    </a:lnTo>
                    <a:cubicBezTo>
                      <a:pt x="0" y="36669"/>
                      <a:pt x="5258" y="23975"/>
                      <a:pt x="14617" y="14617"/>
                    </a:cubicBezTo>
                    <a:cubicBezTo>
                      <a:pt x="23975" y="5258"/>
                      <a:pt x="36669" y="0"/>
                      <a:pt x="49904"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9"/>
              <p:cNvSpPr txBox="1"/>
              <p:nvPr/>
            </p:nvSpPr>
            <p:spPr>
              <a:xfrm>
                <a:off x="53569" y="-19989"/>
                <a:ext cx="2083794" cy="1491281"/>
              </a:xfrm>
              <a:prstGeom prst="rect">
                <a:avLst/>
              </a:prstGeom>
              <a:noFill/>
              <a:ln>
                <a:noFill/>
              </a:ln>
            </p:spPr>
            <p:txBody>
              <a:bodyPr spcFirstLastPara="1" wrap="square" lIns="50800" tIns="50800" rIns="50800" bIns="50800" anchor="b" anchorCtr="0">
                <a:noAutofit/>
              </a:bodyPr>
              <a:lstStyle/>
              <a:p>
                <a:pPr marL="0" marR="0" lvl="0" indent="0" algn="l" rtl="0">
                  <a:lnSpc>
                    <a:spcPct val="91000"/>
                  </a:lnSpc>
                  <a:spcBef>
                    <a:spcPts val="0"/>
                  </a:spcBef>
                  <a:spcAft>
                    <a:spcPts val="0"/>
                  </a:spcAft>
                  <a:buNone/>
                </a:pPr>
                <a:r>
                  <a:rPr lang="en-US" sz="3600" b="1" i="0" u="none" strike="noStrike" cap="none" dirty="0">
                    <a:solidFill>
                      <a:srgbClr val="284B71"/>
                    </a:solidFill>
                    <a:latin typeface="Arial"/>
                    <a:ea typeface="Arial"/>
                    <a:cs typeface="Arial"/>
                    <a:sym typeface="Arial"/>
                  </a:rPr>
                  <a:t>Our Frontend is</a:t>
                </a:r>
                <a:endParaRPr sz="1000" dirty="0"/>
              </a:p>
              <a:p>
                <a:pPr marL="0" marR="0" lvl="0" indent="0" algn="l" rtl="0">
                  <a:lnSpc>
                    <a:spcPct val="91000"/>
                  </a:lnSpc>
                  <a:spcBef>
                    <a:spcPts val="0"/>
                  </a:spcBef>
                  <a:spcAft>
                    <a:spcPts val="0"/>
                  </a:spcAft>
                  <a:buNone/>
                </a:pPr>
                <a:endParaRPr sz="3600" b="1" i="0" u="none" strike="noStrike" cap="none" dirty="0">
                  <a:solidFill>
                    <a:srgbClr val="284B71"/>
                  </a:solidFill>
                  <a:latin typeface="Arial"/>
                  <a:ea typeface="Arial"/>
                  <a:cs typeface="Arial"/>
                  <a:sym typeface="Arial"/>
                </a:endParaRPr>
              </a:p>
              <a:p>
                <a:pPr lvl="0">
                  <a:lnSpc>
                    <a:spcPct val="91000"/>
                  </a:lnSpc>
                </a:pPr>
                <a:r>
                  <a:rPr lang="en-US" sz="3600" b="1" i="0" u="none" strike="noStrike" cap="none" dirty="0">
                    <a:solidFill>
                      <a:srgbClr val="284B71"/>
                    </a:solidFill>
                    <a:latin typeface="Arial"/>
                    <a:ea typeface="Arial"/>
                    <a:cs typeface="Arial"/>
                    <a:sym typeface="Arial"/>
                  </a:rPr>
                  <a:t>Because it can</a:t>
                </a:r>
                <a:r>
                  <a:rPr lang="en-US" sz="3600" b="1" dirty="0">
                    <a:solidFill>
                      <a:srgbClr val="284B71"/>
                    </a:solidFill>
                  </a:rPr>
                  <a:t> intelligently compare prices across multiple platforms, rank the best deal, and guide users with smart buy recommendations in real time.</a:t>
                </a:r>
                <a:endParaRPr sz="1000" dirty="0"/>
              </a:p>
              <a:p>
                <a:pPr marL="0" marR="0" lvl="0" indent="0" algn="l" rtl="0">
                  <a:lnSpc>
                    <a:spcPct val="91000"/>
                  </a:lnSpc>
                  <a:spcBef>
                    <a:spcPts val="0"/>
                  </a:spcBef>
                  <a:spcAft>
                    <a:spcPts val="0"/>
                  </a:spcAft>
                  <a:buNone/>
                </a:pPr>
                <a:endParaRPr sz="3600" b="1" i="0" u="none" strike="noStrike" cap="none" dirty="0">
                  <a:solidFill>
                    <a:srgbClr val="284B71"/>
                  </a:solidFill>
                  <a:latin typeface="Arial"/>
                  <a:ea typeface="Arial"/>
                  <a:cs typeface="Arial"/>
                  <a:sym typeface="Arial"/>
                </a:endParaRPr>
              </a:p>
            </p:txBody>
          </p:sp>
        </p:grpSp>
        <p:grpSp>
          <p:nvGrpSpPr>
            <p:cNvPr id="195" name="Google Shape;195;p19"/>
            <p:cNvGrpSpPr/>
            <p:nvPr/>
          </p:nvGrpSpPr>
          <p:grpSpPr>
            <a:xfrm>
              <a:off x="0" y="0"/>
              <a:ext cx="4912231" cy="1514628"/>
              <a:chOff x="0" y="0"/>
              <a:chExt cx="970317" cy="299186"/>
            </a:xfrm>
          </p:grpSpPr>
          <p:sp>
            <p:nvSpPr>
              <p:cNvPr id="196" name="Google Shape;196;p19"/>
              <p:cNvSpPr/>
              <p:nvPr/>
            </p:nvSpPr>
            <p:spPr>
              <a:xfrm>
                <a:off x="0" y="0"/>
                <a:ext cx="970317" cy="299186"/>
              </a:xfrm>
              <a:custGeom>
                <a:avLst/>
                <a:gdLst/>
                <a:ahLst/>
                <a:cxnLst/>
                <a:rect l="l" t="t" r="r" b="b"/>
                <a:pathLst>
                  <a:path w="970317" h="299186" extrusionOk="0">
                    <a:moveTo>
                      <a:pt x="107171" y="0"/>
                    </a:moveTo>
                    <a:lnTo>
                      <a:pt x="863146" y="0"/>
                    </a:lnTo>
                    <a:cubicBezTo>
                      <a:pt x="922335" y="0"/>
                      <a:pt x="970317" y="47982"/>
                      <a:pt x="970317" y="107171"/>
                    </a:cubicBezTo>
                    <a:lnTo>
                      <a:pt x="970317" y="192014"/>
                    </a:lnTo>
                    <a:cubicBezTo>
                      <a:pt x="970317" y="220438"/>
                      <a:pt x="959026" y="247697"/>
                      <a:pt x="938927" y="267796"/>
                    </a:cubicBezTo>
                    <a:cubicBezTo>
                      <a:pt x="918829" y="287895"/>
                      <a:pt x="891570" y="299186"/>
                      <a:pt x="863146" y="299186"/>
                    </a:cubicBezTo>
                    <a:lnTo>
                      <a:pt x="107171" y="299186"/>
                    </a:lnTo>
                    <a:cubicBezTo>
                      <a:pt x="47982" y="299186"/>
                      <a:pt x="0" y="251203"/>
                      <a:pt x="0" y="192014"/>
                    </a:cubicBezTo>
                    <a:lnTo>
                      <a:pt x="0" y="107171"/>
                    </a:lnTo>
                    <a:cubicBezTo>
                      <a:pt x="0" y="78748"/>
                      <a:pt x="11291" y="51488"/>
                      <a:pt x="31390" y="31390"/>
                    </a:cubicBezTo>
                    <a:cubicBezTo>
                      <a:pt x="51488" y="11291"/>
                      <a:pt x="78748" y="0"/>
                      <a:pt x="107171"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9"/>
              <p:cNvSpPr txBox="1"/>
              <p:nvPr/>
            </p:nvSpPr>
            <p:spPr>
              <a:xfrm>
                <a:off x="0" y="57150"/>
                <a:ext cx="970317"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Frontend and Dashboard</a:t>
                </a:r>
                <a:endParaRPr/>
              </a:p>
            </p:txBody>
          </p:sp>
        </p:grpSp>
      </p:grpSp>
      <p:grpSp>
        <p:nvGrpSpPr>
          <p:cNvPr id="198" name="Google Shape;198;p19"/>
          <p:cNvGrpSpPr/>
          <p:nvPr/>
        </p:nvGrpSpPr>
        <p:grpSpPr>
          <a:xfrm>
            <a:off x="9144000" y="3600450"/>
            <a:ext cx="7911906" cy="6168521"/>
            <a:chOff x="0" y="0"/>
            <a:chExt cx="10549209" cy="8224695"/>
          </a:xfrm>
        </p:grpSpPr>
        <p:grpSp>
          <p:nvGrpSpPr>
            <p:cNvPr id="199" name="Google Shape;199;p19"/>
            <p:cNvGrpSpPr/>
            <p:nvPr/>
          </p:nvGrpSpPr>
          <p:grpSpPr>
            <a:xfrm>
              <a:off x="0" y="0"/>
              <a:ext cx="10549209" cy="8224695"/>
              <a:chOff x="0" y="0"/>
              <a:chExt cx="2083794" cy="1624631"/>
            </a:xfrm>
          </p:grpSpPr>
          <p:sp>
            <p:nvSpPr>
              <p:cNvPr id="200" name="Google Shape;200;p19"/>
              <p:cNvSpPr/>
              <p:nvPr/>
            </p:nvSpPr>
            <p:spPr>
              <a:xfrm>
                <a:off x="0" y="0"/>
                <a:ext cx="2083794" cy="1624631"/>
              </a:xfrm>
              <a:custGeom>
                <a:avLst/>
                <a:gdLst/>
                <a:ahLst/>
                <a:cxnLst/>
                <a:rect l="l" t="t" r="r" b="b"/>
                <a:pathLst>
                  <a:path w="2083794" h="1624631" extrusionOk="0">
                    <a:moveTo>
                      <a:pt x="49904" y="0"/>
                    </a:moveTo>
                    <a:lnTo>
                      <a:pt x="2033890" y="0"/>
                    </a:lnTo>
                    <a:cubicBezTo>
                      <a:pt x="2047125" y="0"/>
                      <a:pt x="2059819" y="5258"/>
                      <a:pt x="2069178" y="14617"/>
                    </a:cubicBezTo>
                    <a:cubicBezTo>
                      <a:pt x="2078537" y="23975"/>
                      <a:pt x="2083794" y="36669"/>
                      <a:pt x="2083794" y="49904"/>
                    </a:cubicBezTo>
                    <a:lnTo>
                      <a:pt x="2083794" y="1574727"/>
                    </a:lnTo>
                    <a:cubicBezTo>
                      <a:pt x="2083794" y="1602288"/>
                      <a:pt x="2061451" y="1624631"/>
                      <a:pt x="2033890" y="1624631"/>
                    </a:cubicBezTo>
                    <a:lnTo>
                      <a:pt x="49904" y="1624631"/>
                    </a:lnTo>
                    <a:cubicBezTo>
                      <a:pt x="36669" y="1624631"/>
                      <a:pt x="23975" y="1619373"/>
                      <a:pt x="14617" y="1610015"/>
                    </a:cubicBezTo>
                    <a:cubicBezTo>
                      <a:pt x="5258" y="1600656"/>
                      <a:pt x="0" y="1587962"/>
                      <a:pt x="0" y="1574727"/>
                    </a:cubicBezTo>
                    <a:lnTo>
                      <a:pt x="0" y="49904"/>
                    </a:lnTo>
                    <a:cubicBezTo>
                      <a:pt x="0" y="36669"/>
                      <a:pt x="5258" y="23975"/>
                      <a:pt x="14617" y="14617"/>
                    </a:cubicBezTo>
                    <a:cubicBezTo>
                      <a:pt x="23975" y="5258"/>
                      <a:pt x="36669" y="0"/>
                      <a:pt x="49904"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9"/>
              <p:cNvSpPr txBox="1"/>
              <p:nvPr/>
            </p:nvSpPr>
            <p:spPr>
              <a:xfrm>
                <a:off x="0" y="133350"/>
                <a:ext cx="2083794" cy="1491281"/>
              </a:xfrm>
              <a:prstGeom prst="rect">
                <a:avLst/>
              </a:prstGeom>
              <a:noFill/>
              <a:ln>
                <a:noFill/>
              </a:ln>
            </p:spPr>
            <p:txBody>
              <a:bodyPr spcFirstLastPara="1" wrap="square" lIns="50800" tIns="50800" rIns="50800" bIns="50800" anchor="b" anchorCtr="0">
                <a:noAutofit/>
              </a:bodyPr>
              <a:lstStyle/>
              <a:p>
                <a:pPr marL="0" marR="0" lvl="0" indent="0" algn="l" rtl="0">
                  <a:lnSpc>
                    <a:spcPct val="91000"/>
                  </a:lnSpc>
                  <a:spcBef>
                    <a:spcPts val="0"/>
                  </a:spcBef>
                  <a:spcAft>
                    <a:spcPts val="0"/>
                  </a:spcAft>
                  <a:buNone/>
                </a:pPr>
                <a:r>
                  <a:rPr lang="en-US" sz="4000" b="1" i="0" u="none" strike="noStrike" cap="none" dirty="0">
                    <a:solidFill>
                      <a:srgbClr val="284B71"/>
                    </a:solidFill>
                    <a:latin typeface="Arial"/>
                    <a:ea typeface="Arial"/>
                    <a:cs typeface="Arial"/>
                    <a:sym typeface="Arial"/>
                  </a:rPr>
                  <a:t> This is our infrastructure</a:t>
                </a:r>
                <a:endParaRPr sz="1050" dirty="0"/>
              </a:p>
              <a:p>
                <a:pPr marL="0" marR="0" lvl="0" indent="0" algn="l" rtl="0">
                  <a:lnSpc>
                    <a:spcPct val="91000"/>
                  </a:lnSpc>
                  <a:spcBef>
                    <a:spcPts val="0"/>
                  </a:spcBef>
                  <a:spcAft>
                    <a:spcPts val="0"/>
                  </a:spcAft>
                  <a:buNone/>
                </a:pPr>
                <a:endParaRPr sz="4000" b="1" i="0" u="none" strike="noStrike" cap="none" dirty="0">
                  <a:solidFill>
                    <a:srgbClr val="284B71"/>
                  </a:solidFill>
                  <a:latin typeface="Arial"/>
                  <a:ea typeface="Arial"/>
                  <a:cs typeface="Arial"/>
                  <a:sym typeface="Arial"/>
                </a:endParaRPr>
              </a:p>
              <a:p>
                <a:pPr lvl="0">
                  <a:lnSpc>
                    <a:spcPct val="91000"/>
                  </a:lnSpc>
                </a:pPr>
                <a:r>
                  <a:rPr lang="en-US" sz="4000" b="1" i="0" u="none" strike="noStrike" cap="none" dirty="0">
                    <a:solidFill>
                      <a:srgbClr val="284B71"/>
                    </a:solidFill>
                    <a:latin typeface="Arial"/>
                    <a:ea typeface="Arial"/>
                    <a:cs typeface="Arial"/>
                    <a:sym typeface="Arial"/>
                  </a:rPr>
                  <a:t>Because it can</a:t>
                </a:r>
                <a:r>
                  <a:rPr lang="en-US" sz="4000" b="1" dirty="0">
                    <a:solidFill>
                      <a:srgbClr val="284B71"/>
                    </a:solidFill>
                  </a:rPr>
                  <a:t> fetch live product data from multiple platforms, process it with AI ranking logic, and return the best deal in real time.</a:t>
                </a:r>
                <a:endParaRPr sz="1050" dirty="0"/>
              </a:p>
              <a:p>
                <a:pPr marL="0" marR="0" lvl="0" indent="0" algn="l" rtl="0">
                  <a:lnSpc>
                    <a:spcPct val="91000"/>
                  </a:lnSpc>
                  <a:spcBef>
                    <a:spcPts val="0"/>
                  </a:spcBef>
                  <a:spcAft>
                    <a:spcPts val="0"/>
                  </a:spcAft>
                  <a:buNone/>
                </a:pPr>
                <a:endParaRPr sz="4000" b="1" i="0" u="none" strike="noStrike" cap="none" dirty="0">
                  <a:solidFill>
                    <a:srgbClr val="284B71"/>
                  </a:solidFill>
                  <a:latin typeface="Arial"/>
                  <a:ea typeface="Arial"/>
                  <a:cs typeface="Arial"/>
                  <a:sym typeface="Arial"/>
                </a:endParaRPr>
              </a:p>
            </p:txBody>
          </p:sp>
        </p:grpSp>
        <p:grpSp>
          <p:nvGrpSpPr>
            <p:cNvPr id="202" name="Google Shape;202;p19"/>
            <p:cNvGrpSpPr/>
            <p:nvPr/>
          </p:nvGrpSpPr>
          <p:grpSpPr>
            <a:xfrm>
              <a:off x="0" y="0"/>
              <a:ext cx="4912231" cy="1514628"/>
              <a:chOff x="0" y="0"/>
              <a:chExt cx="970317" cy="299186"/>
            </a:xfrm>
          </p:grpSpPr>
          <p:sp>
            <p:nvSpPr>
              <p:cNvPr id="203" name="Google Shape;203;p19"/>
              <p:cNvSpPr/>
              <p:nvPr/>
            </p:nvSpPr>
            <p:spPr>
              <a:xfrm>
                <a:off x="0" y="0"/>
                <a:ext cx="970317" cy="299186"/>
              </a:xfrm>
              <a:custGeom>
                <a:avLst/>
                <a:gdLst/>
                <a:ahLst/>
                <a:cxnLst/>
                <a:rect l="l" t="t" r="r" b="b"/>
                <a:pathLst>
                  <a:path w="970317" h="299186" extrusionOk="0">
                    <a:moveTo>
                      <a:pt x="107171" y="0"/>
                    </a:moveTo>
                    <a:lnTo>
                      <a:pt x="863146" y="0"/>
                    </a:lnTo>
                    <a:cubicBezTo>
                      <a:pt x="922335" y="0"/>
                      <a:pt x="970317" y="47982"/>
                      <a:pt x="970317" y="107171"/>
                    </a:cubicBezTo>
                    <a:lnTo>
                      <a:pt x="970317" y="192014"/>
                    </a:lnTo>
                    <a:cubicBezTo>
                      <a:pt x="970317" y="220438"/>
                      <a:pt x="959026" y="247697"/>
                      <a:pt x="938927" y="267796"/>
                    </a:cubicBezTo>
                    <a:cubicBezTo>
                      <a:pt x="918829" y="287895"/>
                      <a:pt x="891570" y="299186"/>
                      <a:pt x="863146" y="299186"/>
                    </a:cubicBezTo>
                    <a:lnTo>
                      <a:pt x="107171" y="299186"/>
                    </a:lnTo>
                    <a:cubicBezTo>
                      <a:pt x="47982" y="299186"/>
                      <a:pt x="0" y="251203"/>
                      <a:pt x="0" y="192014"/>
                    </a:cubicBezTo>
                    <a:lnTo>
                      <a:pt x="0" y="107171"/>
                    </a:lnTo>
                    <a:cubicBezTo>
                      <a:pt x="0" y="78748"/>
                      <a:pt x="11291" y="51488"/>
                      <a:pt x="31390" y="31390"/>
                    </a:cubicBezTo>
                    <a:cubicBezTo>
                      <a:pt x="51488" y="11291"/>
                      <a:pt x="78748" y="0"/>
                      <a:pt x="107171"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9"/>
              <p:cNvSpPr txBox="1"/>
              <p:nvPr/>
            </p:nvSpPr>
            <p:spPr>
              <a:xfrm>
                <a:off x="0" y="57150"/>
                <a:ext cx="970317"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a:solidFill>
                      <a:srgbClr val="FFFFFF"/>
                    </a:solidFill>
                    <a:latin typeface="Arial"/>
                    <a:ea typeface="Arial"/>
                    <a:cs typeface="Arial"/>
                    <a:sym typeface="Arial"/>
                  </a:rPr>
                  <a:t>Infrastructure</a:t>
                </a:r>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0"/>
          <p:cNvSpPr/>
          <p:nvPr/>
        </p:nvSpPr>
        <p:spPr>
          <a:xfrm>
            <a:off x="3212808" y="448489"/>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txBody>
          <a:bodyPr/>
          <a:lstStyle/>
          <a:p>
            <a:endParaRPr lang="en-IN"/>
          </a:p>
        </p:txBody>
      </p:sp>
      <p:sp>
        <p:nvSpPr>
          <p:cNvPr id="210" name="Google Shape;210;p20"/>
          <p:cNvSpPr/>
          <p:nvPr/>
        </p:nvSpPr>
        <p:spPr>
          <a:xfrm>
            <a:off x="610160" y="206438"/>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txBody>
          <a:bodyPr/>
          <a:lstStyle/>
          <a:p>
            <a:endParaRPr lang="en-IN"/>
          </a:p>
        </p:txBody>
      </p:sp>
      <p:grpSp>
        <p:nvGrpSpPr>
          <p:cNvPr id="211" name="Google Shape;211;p20"/>
          <p:cNvGrpSpPr/>
          <p:nvPr/>
        </p:nvGrpSpPr>
        <p:grpSpPr>
          <a:xfrm>
            <a:off x="610160" y="1803776"/>
            <a:ext cx="5589288" cy="7916516"/>
            <a:chOff x="0" y="0"/>
            <a:chExt cx="1472076" cy="1624631"/>
          </a:xfrm>
        </p:grpSpPr>
        <p:sp>
          <p:nvSpPr>
            <p:cNvPr id="212" name="Google Shape;212;p20"/>
            <p:cNvSpPr/>
            <p:nvPr/>
          </p:nvSpPr>
          <p:spPr>
            <a:xfrm>
              <a:off x="0" y="0"/>
              <a:ext cx="1472076" cy="1624631"/>
            </a:xfrm>
            <a:custGeom>
              <a:avLst/>
              <a:gdLst/>
              <a:ahLst/>
              <a:cxnLst/>
              <a:rect l="l" t="t" r="r" b="b"/>
              <a:pathLst>
                <a:path w="1472076" h="1624631" extrusionOk="0">
                  <a:moveTo>
                    <a:pt x="70642" y="0"/>
                  </a:moveTo>
                  <a:lnTo>
                    <a:pt x="1401434" y="0"/>
                  </a:lnTo>
                  <a:cubicBezTo>
                    <a:pt x="1440449" y="0"/>
                    <a:pt x="1472076" y="31627"/>
                    <a:pt x="1472076" y="70642"/>
                  </a:cubicBezTo>
                  <a:lnTo>
                    <a:pt x="1472076" y="1553989"/>
                  </a:lnTo>
                  <a:cubicBezTo>
                    <a:pt x="1472076" y="1593004"/>
                    <a:pt x="1440449" y="1624631"/>
                    <a:pt x="1401434" y="1624631"/>
                  </a:cubicBezTo>
                  <a:lnTo>
                    <a:pt x="70642" y="1624631"/>
                  </a:lnTo>
                  <a:cubicBezTo>
                    <a:pt x="31627" y="1624631"/>
                    <a:pt x="0" y="1593004"/>
                    <a:pt x="0" y="1553989"/>
                  </a:cubicBezTo>
                  <a:lnTo>
                    <a:pt x="0" y="70642"/>
                  </a:lnTo>
                  <a:cubicBezTo>
                    <a:pt x="0" y="31627"/>
                    <a:pt x="31627" y="0"/>
                    <a:pt x="70642"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0"/>
            <p:cNvSpPr txBox="1"/>
            <p:nvPr/>
          </p:nvSpPr>
          <p:spPr>
            <a:xfrm>
              <a:off x="0" y="133350"/>
              <a:ext cx="1472076" cy="1491281"/>
            </a:xfrm>
            <a:prstGeom prst="rect">
              <a:avLst/>
            </a:prstGeom>
            <a:noFill/>
            <a:ln>
              <a:noFill/>
            </a:ln>
          </p:spPr>
          <p:txBody>
            <a:bodyPr spcFirstLastPara="1" wrap="square" lIns="50800" tIns="50800" rIns="50800" bIns="50800" anchor="ctr" anchorCtr="0">
              <a:noAutofit/>
            </a:bodyPr>
            <a:lstStyle/>
            <a:p>
              <a:pPr marL="0" marR="0" lvl="0" indent="0" algn="l" rtl="0">
                <a:lnSpc>
                  <a:spcPct val="91000"/>
                </a:lnSpc>
                <a:spcBef>
                  <a:spcPts val="0"/>
                </a:spcBef>
                <a:spcAft>
                  <a:spcPts val="0"/>
                </a:spcAft>
                <a:buNone/>
              </a:pPr>
              <a:endParaRPr dirty="0"/>
            </a:p>
          </p:txBody>
        </p:sp>
      </p:grpSp>
      <p:grpSp>
        <p:nvGrpSpPr>
          <p:cNvPr id="214" name="Google Shape;214;p20"/>
          <p:cNvGrpSpPr/>
          <p:nvPr/>
        </p:nvGrpSpPr>
        <p:grpSpPr>
          <a:xfrm>
            <a:off x="466474" y="1818295"/>
            <a:ext cx="2602648" cy="1135971"/>
            <a:chOff x="0" y="0"/>
            <a:chExt cx="685471" cy="299186"/>
          </a:xfrm>
        </p:grpSpPr>
        <p:sp>
          <p:nvSpPr>
            <p:cNvPr id="215" name="Google Shape;215;p20"/>
            <p:cNvSpPr/>
            <p:nvPr/>
          </p:nvSpPr>
          <p:spPr>
            <a:xfrm>
              <a:off x="0" y="0"/>
              <a:ext cx="685471" cy="299186"/>
            </a:xfrm>
            <a:custGeom>
              <a:avLst/>
              <a:gdLst/>
              <a:ahLst/>
              <a:cxnLst/>
              <a:rect l="l" t="t" r="r" b="b"/>
              <a:pathLst>
                <a:path w="685471" h="299186" extrusionOk="0">
                  <a:moveTo>
                    <a:pt x="149593" y="0"/>
                  </a:moveTo>
                  <a:lnTo>
                    <a:pt x="535878" y="0"/>
                  </a:lnTo>
                  <a:cubicBezTo>
                    <a:pt x="575553" y="0"/>
                    <a:pt x="613602" y="15761"/>
                    <a:pt x="641656" y="43815"/>
                  </a:cubicBezTo>
                  <a:cubicBezTo>
                    <a:pt x="669710" y="71869"/>
                    <a:pt x="685471" y="109918"/>
                    <a:pt x="685471" y="149593"/>
                  </a:cubicBezTo>
                  <a:lnTo>
                    <a:pt x="685471" y="149593"/>
                  </a:lnTo>
                  <a:cubicBezTo>
                    <a:pt x="685471" y="189267"/>
                    <a:pt x="669710" y="227317"/>
                    <a:pt x="641656" y="255371"/>
                  </a:cubicBezTo>
                  <a:cubicBezTo>
                    <a:pt x="613602" y="283425"/>
                    <a:pt x="575553" y="299186"/>
                    <a:pt x="535878" y="299186"/>
                  </a:cubicBezTo>
                  <a:lnTo>
                    <a:pt x="149593" y="299186"/>
                  </a:lnTo>
                  <a:cubicBezTo>
                    <a:pt x="109918" y="299186"/>
                    <a:pt x="71869" y="283425"/>
                    <a:pt x="43815" y="255371"/>
                  </a:cubicBezTo>
                  <a:cubicBezTo>
                    <a:pt x="15761" y="227317"/>
                    <a:pt x="0" y="189267"/>
                    <a:pt x="0" y="149593"/>
                  </a:cubicBezTo>
                  <a:lnTo>
                    <a:pt x="0" y="149593"/>
                  </a:lnTo>
                  <a:cubicBezTo>
                    <a:pt x="0" y="109918"/>
                    <a:pt x="15761" y="71869"/>
                    <a:pt x="43815" y="43815"/>
                  </a:cubicBezTo>
                  <a:cubicBezTo>
                    <a:pt x="71869" y="15761"/>
                    <a:pt x="109918" y="0"/>
                    <a:pt x="1495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0"/>
            <p:cNvSpPr txBox="1"/>
            <p:nvPr/>
          </p:nvSpPr>
          <p:spPr>
            <a:xfrm>
              <a:off x="0" y="57150"/>
              <a:ext cx="685471" cy="242036"/>
            </a:xfrm>
            <a:prstGeom prst="rect">
              <a:avLst/>
            </a:prstGeom>
            <a:noFill/>
            <a:ln>
              <a:noFill/>
            </a:ln>
          </p:spPr>
          <p:txBody>
            <a:bodyPr spcFirstLastPara="1" wrap="square" lIns="50800" tIns="50800" rIns="50800" bIns="50800" anchor="ctr" anchorCtr="0">
              <a:noAutofit/>
            </a:bodyPr>
            <a:lstStyle/>
            <a:p>
              <a:pPr lvl="0" algn="ctr">
                <a:lnSpc>
                  <a:spcPct val="91020"/>
                </a:lnSpc>
              </a:pPr>
              <a:r>
                <a:rPr lang="en-US" sz="1793" b="1" dirty="0">
                  <a:solidFill>
                    <a:srgbClr val="FFFFFF"/>
                  </a:solidFill>
                </a:rPr>
                <a:t>Customer / Shopper</a:t>
              </a:r>
              <a:endParaRPr dirty="0"/>
            </a:p>
          </p:txBody>
        </p:sp>
      </p:grpSp>
      <p:grpSp>
        <p:nvGrpSpPr>
          <p:cNvPr id="217" name="Google Shape;217;p20"/>
          <p:cNvGrpSpPr/>
          <p:nvPr/>
        </p:nvGrpSpPr>
        <p:grpSpPr>
          <a:xfrm>
            <a:off x="6343134" y="1818296"/>
            <a:ext cx="5589288" cy="7948672"/>
            <a:chOff x="0" y="0"/>
            <a:chExt cx="1472076" cy="1624631"/>
          </a:xfrm>
        </p:grpSpPr>
        <p:sp>
          <p:nvSpPr>
            <p:cNvPr id="218" name="Google Shape;218;p20"/>
            <p:cNvSpPr/>
            <p:nvPr/>
          </p:nvSpPr>
          <p:spPr>
            <a:xfrm>
              <a:off x="0" y="0"/>
              <a:ext cx="1472076" cy="1624631"/>
            </a:xfrm>
            <a:custGeom>
              <a:avLst/>
              <a:gdLst/>
              <a:ahLst/>
              <a:cxnLst/>
              <a:rect l="l" t="t" r="r" b="b"/>
              <a:pathLst>
                <a:path w="1472076" h="1624631" extrusionOk="0">
                  <a:moveTo>
                    <a:pt x="70642" y="0"/>
                  </a:moveTo>
                  <a:lnTo>
                    <a:pt x="1401434" y="0"/>
                  </a:lnTo>
                  <a:cubicBezTo>
                    <a:pt x="1440449" y="0"/>
                    <a:pt x="1472076" y="31627"/>
                    <a:pt x="1472076" y="70642"/>
                  </a:cubicBezTo>
                  <a:lnTo>
                    <a:pt x="1472076" y="1553989"/>
                  </a:lnTo>
                  <a:cubicBezTo>
                    <a:pt x="1472076" y="1593004"/>
                    <a:pt x="1440449" y="1624631"/>
                    <a:pt x="1401434" y="1624631"/>
                  </a:cubicBezTo>
                  <a:lnTo>
                    <a:pt x="70642" y="1624631"/>
                  </a:lnTo>
                  <a:cubicBezTo>
                    <a:pt x="31627" y="1624631"/>
                    <a:pt x="0" y="1593004"/>
                    <a:pt x="0" y="1553989"/>
                  </a:cubicBezTo>
                  <a:lnTo>
                    <a:pt x="0" y="70642"/>
                  </a:lnTo>
                  <a:cubicBezTo>
                    <a:pt x="0" y="31627"/>
                    <a:pt x="31627" y="0"/>
                    <a:pt x="70642"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0"/>
            <p:cNvSpPr txBox="1"/>
            <p:nvPr/>
          </p:nvSpPr>
          <p:spPr>
            <a:xfrm>
              <a:off x="0" y="133350"/>
              <a:ext cx="1472076" cy="1491281"/>
            </a:xfrm>
            <a:prstGeom prst="rect">
              <a:avLst/>
            </a:prstGeom>
            <a:noFill/>
            <a:ln>
              <a:noFill/>
            </a:ln>
          </p:spPr>
          <p:txBody>
            <a:bodyPr spcFirstLastPara="1" wrap="square" lIns="50800" tIns="50800" rIns="50800" bIns="50800" anchor="ctr" anchorCtr="0">
              <a:noAutofit/>
            </a:bodyPr>
            <a:lstStyle/>
            <a:p>
              <a:pPr marL="0" marR="0" lvl="0" indent="0" algn="l" rtl="0">
                <a:lnSpc>
                  <a:spcPct val="91000"/>
                </a:lnSpc>
                <a:spcBef>
                  <a:spcPts val="0"/>
                </a:spcBef>
                <a:spcAft>
                  <a:spcPts val="0"/>
                </a:spcAft>
                <a:buNone/>
              </a:pPr>
              <a:endParaRPr lang="en-US" dirty="0"/>
            </a:p>
          </p:txBody>
        </p:sp>
      </p:grpSp>
      <p:grpSp>
        <p:nvGrpSpPr>
          <p:cNvPr id="220" name="Google Shape;220;p20"/>
          <p:cNvGrpSpPr/>
          <p:nvPr/>
        </p:nvGrpSpPr>
        <p:grpSpPr>
          <a:xfrm>
            <a:off x="6343134" y="1823494"/>
            <a:ext cx="2602648" cy="1135971"/>
            <a:chOff x="0" y="0"/>
            <a:chExt cx="685471" cy="299186"/>
          </a:xfrm>
        </p:grpSpPr>
        <p:sp>
          <p:nvSpPr>
            <p:cNvPr id="221" name="Google Shape;221;p20"/>
            <p:cNvSpPr/>
            <p:nvPr/>
          </p:nvSpPr>
          <p:spPr>
            <a:xfrm>
              <a:off x="0" y="0"/>
              <a:ext cx="685471" cy="299186"/>
            </a:xfrm>
            <a:custGeom>
              <a:avLst/>
              <a:gdLst/>
              <a:ahLst/>
              <a:cxnLst/>
              <a:rect l="l" t="t" r="r" b="b"/>
              <a:pathLst>
                <a:path w="685471" h="299186" extrusionOk="0">
                  <a:moveTo>
                    <a:pt x="149593" y="0"/>
                  </a:moveTo>
                  <a:lnTo>
                    <a:pt x="535878" y="0"/>
                  </a:lnTo>
                  <a:cubicBezTo>
                    <a:pt x="575553" y="0"/>
                    <a:pt x="613602" y="15761"/>
                    <a:pt x="641656" y="43815"/>
                  </a:cubicBezTo>
                  <a:cubicBezTo>
                    <a:pt x="669710" y="71869"/>
                    <a:pt x="685471" y="109918"/>
                    <a:pt x="685471" y="149593"/>
                  </a:cubicBezTo>
                  <a:lnTo>
                    <a:pt x="685471" y="149593"/>
                  </a:lnTo>
                  <a:cubicBezTo>
                    <a:pt x="685471" y="189267"/>
                    <a:pt x="669710" y="227317"/>
                    <a:pt x="641656" y="255371"/>
                  </a:cubicBezTo>
                  <a:cubicBezTo>
                    <a:pt x="613602" y="283425"/>
                    <a:pt x="575553" y="299186"/>
                    <a:pt x="535878" y="299186"/>
                  </a:cubicBezTo>
                  <a:lnTo>
                    <a:pt x="149593" y="299186"/>
                  </a:lnTo>
                  <a:cubicBezTo>
                    <a:pt x="109918" y="299186"/>
                    <a:pt x="71869" y="283425"/>
                    <a:pt x="43815" y="255371"/>
                  </a:cubicBezTo>
                  <a:cubicBezTo>
                    <a:pt x="15761" y="227317"/>
                    <a:pt x="0" y="189267"/>
                    <a:pt x="0" y="149593"/>
                  </a:cubicBezTo>
                  <a:lnTo>
                    <a:pt x="0" y="149593"/>
                  </a:lnTo>
                  <a:cubicBezTo>
                    <a:pt x="0" y="109918"/>
                    <a:pt x="15761" y="71869"/>
                    <a:pt x="43815" y="43815"/>
                  </a:cubicBezTo>
                  <a:cubicBezTo>
                    <a:pt x="71869" y="15761"/>
                    <a:pt x="109918" y="0"/>
                    <a:pt x="1495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0"/>
            <p:cNvSpPr txBox="1"/>
            <p:nvPr/>
          </p:nvSpPr>
          <p:spPr>
            <a:xfrm>
              <a:off x="0" y="57150"/>
              <a:ext cx="685471"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dirty="0">
                  <a:solidFill>
                    <a:srgbClr val="FFFFFF"/>
                  </a:solidFill>
                  <a:latin typeface="Arial"/>
                  <a:ea typeface="Arial"/>
                  <a:cs typeface="Arial"/>
                  <a:sym typeface="Arial"/>
                </a:rPr>
                <a:t>E-commerce Platforms / Sellers</a:t>
              </a:r>
              <a:endParaRPr lang="en-US" sz="1793" b="1" dirty="0">
                <a:solidFill>
                  <a:srgbClr val="FFFFFF"/>
                </a:solidFill>
              </a:endParaRPr>
            </a:p>
          </p:txBody>
        </p:sp>
      </p:grpSp>
      <p:grpSp>
        <p:nvGrpSpPr>
          <p:cNvPr id="223" name="Google Shape;223;p20"/>
          <p:cNvGrpSpPr/>
          <p:nvPr/>
        </p:nvGrpSpPr>
        <p:grpSpPr>
          <a:xfrm>
            <a:off x="12076108" y="1803776"/>
            <a:ext cx="5589288" cy="7963192"/>
            <a:chOff x="0" y="0"/>
            <a:chExt cx="1472076" cy="1624631"/>
          </a:xfrm>
        </p:grpSpPr>
        <p:sp>
          <p:nvSpPr>
            <p:cNvPr id="224" name="Google Shape;224;p20"/>
            <p:cNvSpPr/>
            <p:nvPr/>
          </p:nvSpPr>
          <p:spPr>
            <a:xfrm>
              <a:off x="0" y="0"/>
              <a:ext cx="1472076" cy="1624631"/>
            </a:xfrm>
            <a:custGeom>
              <a:avLst/>
              <a:gdLst/>
              <a:ahLst/>
              <a:cxnLst/>
              <a:rect l="l" t="t" r="r" b="b"/>
              <a:pathLst>
                <a:path w="1472076" h="1624631" extrusionOk="0">
                  <a:moveTo>
                    <a:pt x="70642" y="0"/>
                  </a:moveTo>
                  <a:lnTo>
                    <a:pt x="1401434" y="0"/>
                  </a:lnTo>
                  <a:cubicBezTo>
                    <a:pt x="1440449" y="0"/>
                    <a:pt x="1472076" y="31627"/>
                    <a:pt x="1472076" y="70642"/>
                  </a:cubicBezTo>
                  <a:lnTo>
                    <a:pt x="1472076" y="1553989"/>
                  </a:lnTo>
                  <a:cubicBezTo>
                    <a:pt x="1472076" y="1593004"/>
                    <a:pt x="1440449" y="1624631"/>
                    <a:pt x="1401434" y="1624631"/>
                  </a:cubicBezTo>
                  <a:lnTo>
                    <a:pt x="70642" y="1624631"/>
                  </a:lnTo>
                  <a:cubicBezTo>
                    <a:pt x="31627" y="1624631"/>
                    <a:pt x="0" y="1593004"/>
                    <a:pt x="0" y="1553989"/>
                  </a:cubicBezTo>
                  <a:lnTo>
                    <a:pt x="0" y="70642"/>
                  </a:lnTo>
                  <a:cubicBezTo>
                    <a:pt x="0" y="31627"/>
                    <a:pt x="31627" y="0"/>
                    <a:pt x="70642"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0"/>
            <p:cNvSpPr txBox="1"/>
            <p:nvPr/>
          </p:nvSpPr>
          <p:spPr>
            <a:xfrm>
              <a:off x="0" y="133350"/>
              <a:ext cx="1472076" cy="1491281"/>
            </a:xfrm>
            <a:prstGeom prst="rect">
              <a:avLst/>
            </a:prstGeom>
            <a:noFill/>
            <a:ln>
              <a:noFill/>
            </a:ln>
          </p:spPr>
          <p:txBody>
            <a:bodyPr spcFirstLastPara="1" wrap="square" lIns="50800" tIns="50800" rIns="50800" bIns="50800" anchor="ctr" anchorCtr="0">
              <a:noAutofit/>
            </a:bodyPr>
            <a:lstStyle/>
            <a:p>
              <a:pPr marL="0" marR="0" lvl="0" indent="0" algn="l" rtl="0">
                <a:lnSpc>
                  <a:spcPct val="91000"/>
                </a:lnSpc>
                <a:spcBef>
                  <a:spcPts val="0"/>
                </a:spcBef>
                <a:spcAft>
                  <a:spcPts val="0"/>
                </a:spcAft>
                <a:buNone/>
              </a:pPr>
              <a:endParaRPr dirty="0"/>
            </a:p>
          </p:txBody>
        </p:sp>
      </p:grpSp>
      <p:grpSp>
        <p:nvGrpSpPr>
          <p:cNvPr id="226" name="Google Shape;226;p20"/>
          <p:cNvGrpSpPr/>
          <p:nvPr/>
        </p:nvGrpSpPr>
        <p:grpSpPr>
          <a:xfrm>
            <a:off x="12076108" y="1818294"/>
            <a:ext cx="2602648" cy="1135971"/>
            <a:chOff x="0" y="0"/>
            <a:chExt cx="685471" cy="299186"/>
          </a:xfrm>
        </p:grpSpPr>
        <p:sp>
          <p:nvSpPr>
            <p:cNvPr id="227" name="Google Shape;227;p20"/>
            <p:cNvSpPr/>
            <p:nvPr/>
          </p:nvSpPr>
          <p:spPr>
            <a:xfrm>
              <a:off x="0" y="0"/>
              <a:ext cx="685471" cy="299186"/>
            </a:xfrm>
            <a:custGeom>
              <a:avLst/>
              <a:gdLst/>
              <a:ahLst/>
              <a:cxnLst/>
              <a:rect l="l" t="t" r="r" b="b"/>
              <a:pathLst>
                <a:path w="685471" h="299186" extrusionOk="0">
                  <a:moveTo>
                    <a:pt x="149593" y="0"/>
                  </a:moveTo>
                  <a:lnTo>
                    <a:pt x="535878" y="0"/>
                  </a:lnTo>
                  <a:cubicBezTo>
                    <a:pt x="575553" y="0"/>
                    <a:pt x="613602" y="15761"/>
                    <a:pt x="641656" y="43815"/>
                  </a:cubicBezTo>
                  <a:cubicBezTo>
                    <a:pt x="669710" y="71869"/>
                    <a:pt x="685471" y="109918"/>
                    <a:pt x="685471" y="149593"/>
                  </a:cubicBezTo>
                  <a:lnTo>
                    <a:pt x="685471" y="149593"/>
                  </a:lnTo>
                  <a:cubicBezTo>
                    <a:pt x="685471" y="189267"/>
                    <a:pt x="669710" y="227317"/>
                    <a:pt x="641656" y="255371"/>
                  </a:cubicBezTo>
                  <a:cubicBezTo>
                    <a:pt x="613602" y="283425"/>
                    <a:pt x="575553" y="299186"/>
                    <a:pt x="535878" y="299186"/>
                  </a:cubicBezTo>
                  <a:lnTo>
                    <a:pt x="149593" y="299186"/>
                  </a:lnTo>
                  <a:cubicBezTo>
                    <a:pt x="109918" y="299186"/>
                    <a:pt x="71869" y="283425"/>
                    <a:pt x="43815" y="255371"/>
                  </a:cubicBezTo>
                  <a:cubicBezTo>
                    <a:pt x="15761" y="227317"/>
                    <a:pt x="0" y="189267"/>
                    <a:pt x="0" y="149593"/>
                  </a:cubicBezTo>
                  <a:lnTo>
                    <a:pt x="0" y="149593"/>
                  </a:lnTo>
                  <a:cubicBezTo>
                    <a:pt x="0" y="109918"/>
                    <a:pt x="15761" y="71869"/>
                    <a:pt x="43815" y="43815"/>
                  </a:cubicBezTo>
                  <a:cubicBezTo>
                    <a:pt x="71869" y="15761"/>
                    <a:pt x="109918" y="0"/>
                    <a:pt x="1495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0"/>
            <p:cNvSpPr txBox="1"/>
            <p:nvPr/>
          </p:nvSpPr>
          <p:spPr>
            <a:xfrm>
              <a:off x="0" y="57150"/>
              <a:ext cx="685471" cy="242036"/>
            </a:xfrm>
            <a:prstGeom prst="rect">
              <a:avLst/>
            </a:prstGeom>
            <a:noFill/>
            <a:ln>
              <a:noFill/>
            </a:ln>
          </p:spPr>
          <p:txBody>
            <a:bodyPr spcFirstLastPara="1" wrap="square" lIns="50800" tIns="50800" rIns="50800" bIns="50800" anchor="ctr" anchorCtr="0">
              <a:noAutofit/>
            </a:bodyPr>
            <a:lstStyle/>
            <a:p>
              <a:pPr marL="0" marR="0" lvl="0" indent="0" algn="ctr" rtl="0">
                <a:lnSpc>
                  <a:spcPct val="91020"/>
                </a:lnSpc>
                <a:spcBef>
                  <a:spcPts val="0"/>
                </a:spcBef>
                <a:spcAft>
                  <a:spcPts val="0"/>
                </a:spcAft>
                <a:buNone/>
              </a:pPr>
              <a:r>
                <a:rPr lang="en-US" sz="1793" b="1" i="0" u="none" strike="noStrike" cap="none" dirty="0">
                  <a:solidFill>
                    <a:srgbClr val="FFFFFF"/>
                  </a:solidFill>
                  <a:latin typeface="Arial"/>
                  <a:ea typeface="Arial"/>
                  <a:cs typeface="Arial"/>
                  <a:sym typeface="Arial"/>
                </a:rPr>
                <a:t>Admin</a:t>
              </a:r>
              <a:r>
                <a:rPr lang="en-US" sz="1793" b="1" dirty="0">
                  <a:solidFill>
                    <a:srgbClr val="FFFFFF"/>
                  </a:solidFill>
                </a:rPr>
                <a:t> / </a:t>
              </a:r>
              <a:r>
                <a:rPr lang="en-US" sz="1793" b="1" dirty="0" err="1">
                  <a:solidFill>
                    <a:srgbClr val="FFFFFF"/>
                  </a:solidFill>
                </a:rPr>
                <a:t>SmartBuy</a:t>
              </a:r>
              <a:r>
                <a:rPr lang="en-US" sz="1793" b="1" dirty="0">
                  <a:solidFill>
                    <a:srgbClr val="FFFFFF"/>
                  </a:solidFill>
                </a:rPr>
                <a:t> System </a:t>
              </a:r>
              <a:endParaRPr lang="en-US" dirty="0"/>
            </a:p>
          </p:txBody>
        </p:sp>
      </p:grpSp>
      <p:sp>
        <p:nvSpPr>
          <p:cNvPr id="229" name="Google Shape;229;p20"/>
          <p:cNvSpPr txBox="1"/>
          <p:nvPr/>
        </p:nvSpPr>
        <p:spPr>
          <a:xfrm>
            <a:off x="1006393" y="893526"/>
            <a:ext cx="7155954" cy="910249"/>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100" b="0" i="0" u="none" strike="noStrike" cap="none" dirty="0">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5400" b="1" i="0" u="none" strike="noStrike" cap="none" dirty="0">
                <a:solidFill>
                  <a:srgbClr val="000000"/>
                </a:solidFill>
                <a:latin typeface="Arial"/>
                <a:ea typeface="Arial"/>
                <a:cs typeface="Arial"/>
                <a:sym typeface="Arial"/>
              </a:rPr>
              <a:t>Solution Flow </a:t>
            </a:r>
            <a:r>
              <a:rPr lang="en-US" sz="5400" b="1" i="0" u="none" strike="noStrike" cap="none" dirty="0">
                <a:solidFill>
                  <a:srgbClr val="1497D6"/>
                </a:solidFill>
                <a:latin typeface="Arial"/>
                <a:ea typeface="Arial"/>
                <a:cs typeface="Arial"/>
                <a:sym typeface="Arial"/>
              </a:rPr>
              <a:t>. </a:t>
            </a:r>
            <a:endParaRPr sz="1000" dirty="0"/>
          </a:p>
        </p:txBody>
      </p:sp>
      <p:sp>
        <p:nvSpPr>
          <p:cNvPr id="3" name="Rectangle 2">
            <a:extLst>
              <a:ext uri="{FF2B5EF4-FFF2-40B4-BE49-F238E27FC236}">
                <a16:creationId xmlns:a16="http://schemas.microsoft.com/office/drawing/2014/main" id="{FD01A657-2714-8DDB-8AE7-9ED4A62591A3}"/>
              </a:ext>
            </a:extLst>
          </p:cNvPr>
          <p:cNvSpPr/>
          <p:nvPr/>
        </p:nvSpPr>
        <p:spPr>
          <a:xfrm>
            <a:off x="2133301" y="2986452"/>
            <a:ext cx="247337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User</a:t>
            </a:r>
          </a:p>
        </p:txBody>
      </p:sp>
      <p:sp>
        <p:nvSpPr>
          <p:cNvPr id="4" name="Rectangle 3">
            <a:extLst>
              <a:ext uri="{FF2B5EF4-FFF2-40B4-BE49-F238E27FC236}">
                <a16:creationId xmlns:a16="http://schemas.microsoft.com/office/drawing/2014/main" id="{CA0CB424-43D1-87D1-F6BA-253BD9807966}"/>
              </a:ext>
            </a:extLst>
          </p:cNvPr>
          <p:cNvSpPr/>
          <p:nvPr/>
        </p:nvSpPr>
        <p:spPr>
          <a:xfrm>
            <a:off x="2158626" y="4133976"/>
            <a:ext cx="247337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Search/ Upload</a:t>
            </a:r>
          </a:p>
        </p:txBody>
      </p:sp>
      <p:sp>
        <p:nvSpPr>
          <p:cNvPr id="5" name="Rectangle 4">
            <a:extLst>
              <a:ext uri="{FF2B5EF4-FFF2-40B4-BE49-F238E27FC236}">
                <a16:creationId xmlns:a16="http://schemas.microsoft.com/office/drawing/2014/main" id="{94F25170-71ED-72DB-1E49-16D48A7D7CBC}"/>
              </a:ext>
            </a:extLst>
          </p:cNvPr>
          <p:cNvSpPr/>
          <p:nvPr/>
        </p:nvSpPr>
        <p:spPr>
          <a:xfrm>
            <a:off x="2158626" y="5279325"/>
            <a:ext cx="247337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Frontend</a:t>
            </a:r>
          </a:p>
        </p:txBody>
      </p:sp>
      <p:sp>
        <p:nvSpPr>
          <p:cNvPr id="6" name="Rectangle 5">
            <a:extLst>
              <a:ext uri="{FF2B5EF4-FFF2-40B4-BE49-F238E27FC236}">
                <a16:creationId xmlns:a16="http://schemas.microsoft.com/office/drawing/2014/main" id="{225F2A55-9EAC-5771-A624-83A51CBED091}"/>
              </a:ext>
            </a:extLst>
          </p:cNvPr>
          <p:cNvSpPr/>
          <p:nvPr/>
        </p:nvSpPr>
        <p:spPr>
          <a:xfrm>
            <a:off x="2158626" y="8670670"/>
            <a:ext cx="247337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Buy Link</a:t>
            </a:r>
          </a:p>
        </p:txBody>
      </p:sp>
      <p:sp>
        <p:nvSpPr>
          <p:cNvPr id="7" name="Rectangle 6">
            <a:extLst>
              <a:ext uri="{FF2B5EF4-FFF2-40B4-BE49-F238E27FC236}">
                <a16:creationId xmlns:a16="http://schemas.microsoft.com/office/drawing/2014/main" id="{EED72E29-2E64-B30A-EB02-8BEF8E1E3580}"/>
              </a:ext>
            </a:extLst>
          </p:cNvPr>
          <p:cNvSpPr/>
          <p:nvPr/>
        </p:nvSpPr>
        <p:spPr>
          <a:xfrm>
            <a:off x="2133301" y="6397743"/>
            <a:ext cx="247337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Backend API</a:t>
            </a:r>
          </a:p>
        </p:txBody>
      </p:sp>
      <p:sp>
        <p:nvSpPr>
          <p:cNvPr id="8" name="Rectangle 7">
            <a:extLst>
              <a:ext uri="{FF2B5EF4-FFF2-40B4-BE49-F238E27FC236}">
                <a16:creationId xmlns:a16="http://schemas.microsoft.com/office/drawing/2014/main" id="{3614F8FB-1FA4-0172-F9A0-8248A30DB1CA}"/>
              </a:ext>
            </a:extLst>
          </p:cNvPr>
          <p:cNvSpPr/>
          <p:nvPr/>
        </p:nvSpPr>
        <p:spPr>
          <a:xfrm>
            <a:off x="2133301" y="7523146"/>
            <a:ext cx="247337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Results</a:t>
            </a:r>
            <a:endParaRPr lang="en-IN" dirty="0"/>
          </a:p>
        </p:txBody>
      </p:sp>
      <p:cxnSp>
        <p:nvCxnSpPr>
          <p:cNvPr id="10" name="Straight Arrow Connector 9">
            <a:extLst>
              <a:ext uri="{FF2B5EF4-FFF2-40B4-BE49-F238E27FC236}">
                <a16:creationId xmlns:a16="http://schemas.microsoft.com/office/drawing/2014/main" id="{BE2878A8-087C-72C5-85E9-024882971D88}"/>
              </a:ext>
            </a:extLst>
          </p:cNvPr>
          <p:cNvCxnSpPr>
            <a:cxnSpLocks/>
          </p:cNvCxnSpPr>
          <p:nvPr/>
        </p:nvCxnSpPr>
        <p:spPr>
          <a:xfrm>
            <a:off x="3309329" y="3935317"/>
            <a:ext cx="0" cy="1694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A2B7E14D-E57B-3462-91B8-D10B45936675}"/>
              </a:ext>
            </a:extLst>
          </p:cNvPr>
          <p:cNvCxnSpPr>
            <a:cxnSpLocks/>
          </p:cNvCxnSpPr>
          <p:nvPr/>
        </p:nvCxnSpPr>
        <p:spPr>
          <a:xfrm>
            <a:off x="3309329" y="5078317"/>
            <a:ext cx="0" cy="1694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40F8731E-AD3C-E1AA-DFCA-A1D097BFA504}"/>
              </a:ext>
            </a:extLst>
          </p:cNvPr>
          <p:cNvCxnSpPr>
            <a:cxnSpLocks/>
          </p:cNvCxnSpPr>
          <p:nvPr/>
        </p:nvCxnSpPr>
        <p:spPr>
          <a:xfrm>
            <a:off x="3339809" y="6242045"/>
            <a:ext cx="0" cy="155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F42C1F13-897B-407A-B2D5-AC2253C256BF}"/>
              </a:ext>
            </a:extLst>
          </p:cNvPr>
          <p:cNvCxnSpPr>
            <a:cxnSpLocks/>
          </p:cNvCxnSpPr>
          <p:nvPr/>
        </p:nvCxnSpPr>
        <p:spPr>
          <a:xfrm>
            <a:off x="3339809" y="7353704"/>
            <a:ext cx="0" cy="1694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757A41B3-5C94-AAA4-8168-66F4A3ADCDC7}"/>
              </a:ext>
            </a:extLst>
          </p:cNvPr>
          <p:cNvCxnSpPr>
            <a:cxnSpLocks/>
          </p:cNvCxnSpPr>
          <p:nvPr/>
        </p:nvCxnSpPr>
        <p:spPr>
          <a:xfrm>
            <a:off x="3339809" y="8470034"/>
            <a:ext cx="0" cy="1694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DC956275-1ABB-063C-0F89-0D994800FB2B}"/>
              </a:ext>
            </a:extLst>
          </p:cNvPr>
          <p:cNvSpPr/>
          <p:nvPr/>
        </p:nvSpPr>
        <p:spPr>
          <a:xfrm>
            <a:off x="7762328" y="3264536"/>
            <a:ext cx="2746334"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err="1"/>
              <a:t>SmartBuy</a:t>
            </a:r>
            <a:endParaRPr lang="en-IN" sz="2400" dirty="0"/>
          </a:p>
        </p:txBody>
      </p:sp>
      <p:sp>
        <p:nvSpPr>
          <p:cNvPr id="18" name="Rectangle 17">
            <a:extLst>
              <a:ext uri="{FF2B5EF4-FFF2-40B4-BE49-F238E27FC236}">
                <a16:creationId xmlns:a16="http://schemas.microsoft.com/office/drawing/2014/main" id="{64053B7A-3099-954A-0CBD-765C388CB13B}"/>
              </a:ext>
            </a:extLst>
          </p:cNvPr>
          <p:cNvSpPr/>
          <p:nvPr/>
        </p:nvSpPr>
        <p:spPr>
          <a:xfrm>
            <a:off x="7722587" y="4660564"/>
            <a:ext cx="2746334" cy="10759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Best Deal Recommendation</a:t>
            </a:r>
          </a:p>
        </p:txBody>
      </p:sp>
      <p:sp>
        <p:nvSpPr>
          <p:cNvPr id="19" name="Rectangle 18">
            <a:extLst>
              <a:ext uri="{FF2B5EF4-FFF2-40B4-BE49-F238E27FC236}">
                <a16:creationId xmlns:a16="http://schemas.microsoft.com/office/drawing/2014/main" id="{48A06FA8-3F2B-6209-F16A-564DEA0A6C0A}"/>
              </a:ext>
            </a:extLst>
          </p:cNvPr>
          <p:cNvSpPr/>
          <p:nvPr/>
        </p:nvSpPr>
        <p:spPr>
          <a:xfrm>
            <a:off x="7722589" y="6261495"/>
            <a:ext cx="274633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Platform Redirect</a:t>
            </a:r>
          </a:p>
        </p:txBody>
      </p:sp>
      <p:sp>
        <p:nvSpPr>
          <p:cNvPr id="20" name="Rectangle 19">
            <a:extLst>
              <a:ext uri="{FF2B5EF4-FFF2-40B4-BE49-F238E27FC236}">
                <a16:creationId xmlns:a16="http://schemas.microsoft.com/office/drawing/2014/main" id="{FCA906F4-FC94-BA37-EA70-7A0799B63B5F}"/>
              </a:ext>
            </a:extLst>
          </p:cNvPr>
          <p:cNvSpPr/>
          <p:nvPr/>
        </p:nvSpPr>
        <p:spPr>
          <a:xfrm>
            <a:off x="7722589" y="7823125"/>
            <a:ext cx="2746332"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Seller Website</a:t>
            </a:r>
          </a:p>
        </p:txBody>
      </p:sp>
      <p:cxnSp>
        <p:nvCxnSpPr>
          <p:cNvPr id="22" name="Straight Arrow Connector 21">
            <a:extLst>
              <a:ext uri="{FF2B5EF4-FFF2-40B4-BE49-F238E27FC236}">
                <a16:creationId xmlns:a16="http://schemas.microsoft.com/office/drawing/2014/main" id="{16FD3BF8-4F56-8A3C-46E9-6FAC2E5EC9E4}"/>
              </a:ext>
            </a:extLst>
          </p:cNvPr>
          <p:cNvCxnSpPr>
            <a:cxnSpLocks/>
          </p:cNvCxnSpPr>
          <p:nvPr/>
        </p:nvCxnSpPr>
        <p:spPr>
          <a:xfrm>
            <a:off x="9105537" y="4178936"/>
            <a:ext cx="8505" cy="4816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613A1789-9590-CC0C-4A97-5FFA3108B39E}"/>
              </a:ext>
            </a:extLst>
          </p:cNvPr>
          <p:cNvCxnSpPr>
            <a:cxnSpLocks/>
          </p:cNvCxnSpPr>
          <p:nvPr/>
        </p:nvCxnSpPr>
        <p:spPr>
          <a:xfrm>
            <a:off x="9087249" y="7256097"/>
            <a:ext cx="8505" cy="4816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9499A25A-C9CF-C139-97EE-63F93ACED1F8}"/>
              </a:ext>
            </a:extLst>
          </p:cNvPr>
          <p:cNvCxnSpPr>
            <a:cxnSpLocks/>
          </p:cNvCxnSpPr>
          <p:nvPr/>
        </p:nvCxnSpPr>
        <p:spPr>
          <a:xfrm>
            <a:off x="9139747" y="5751046"/>
            <a:ext cx="8505" cy="4816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990C2CCE-9B34-6F79-2B47-BB414B9F62B1}"/>
              </a:ext>
            </a:extLst>
          </p:cNvPr>
          <p:cNvSpPr/>
          <p:nvPr/>
        </p:nvSpPr>
        <p:spPr>
          <a:xfrm>
            <a:off x="13377432" y="8241436"/>
            <a:ext cx="2746334"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Frontend</a:t>
            </a:r>
          </a:p>
        </p:txBody>
      </p:sp>
      <p:sp>
        <p:nvSpPr>
          <p:cNvPr id="30" name="Rectangle 29">
            <a:extLst>
              <a:ext uri="{FF2B5EF4-FFF2-40B4-BE49-F238E27FC236}">
                <a16:creationId xmlns:a16="http://schemas.microsoft.com/office/drawing/2014/main" id="{B6AFF294-79D5-5326-CBAD-5F6A2BB18363}"/>
              </a:ext>
            </a:extLst>
          </p:cNvPr>
          <p:cNvSpPr/>
          <p:nvPr/>
        </p:nvSpPr>
        <p:spPr>
          <a:xfrm>
            <a:off x="13395808" y="5736525"/>
            <a:ext cx="2746334"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ML Engine</a:t>
            </a:r>
          </a:p>
        </p:txBody>
      </p:sp>
      <p:sp>
        <p:nvSpPr>
          <p:cNvPr id="31" name="Rectangle 30">
            <a:extLst>
              <a:ext uri="{FF2B5EF4-FFF2-40B4-BE49-F238E27FC236}">
                <a16:creationId xmlns:a16="http://schemas.microsoft.com/office/drawing/2014/main" id="{031B532B-D708-24BF-EC83-552FD8074AE1}"/>
              </a:ext>
            </a:extLst>
          </p:cNvPr>
          <p:cNvSpPr/>
          <p:nvPr/>
        </p:nvSpPr>
        <p:spPr>
          <a:xfrm>
            <a:off x="13377432" y="3063803"/>
            <a:ext cx="2746334" cy="1040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Scraper</a:t>
            </a:r>
          </a:p>
        </p:txBody>
      </p:sp>
      <p:sp>
        <p:nvSpPr>
          <p:cNvPr id="32" name="Rectangle 31">
            <a:extLst>
              <a:ext uri="{FF2B5EF4-FFF2-40B4-BE49-F238E27FC236}">
                <a16:creationId xmlns:a16="http://schemas.microsoft.com/office/drawing/2014/main" id="{7F5B2F4E-115B-0387-3ED4-ABE04AA4BE42}"/>
              </a:ext>
            </a:extLst>
          </p:cNvPr>
          <p:cNvSpPr/>
          <p:nvPr/>
        </p:nvSpPr>
        <p:spPr>
          <a:xfrm>
            <a:off x="13377432" y="6981225"/>
            <a:ext cx="2746334"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Ranked Results</a:t>
            </a:r>
          </a:p>
        </p:txBody>
      </p:sp>
      <p:sp>
        <p:nvSpPr>
          <p:cNvPr id="33" name="Rectangle 32">
            <a:extLst>
              <a:ext uri="{FF2B5EF4-FFF2-40B4-BE49-F238E27FC236}">
                <a16:creationId xmlns:a16="http://schemas.microsoft.com/office/drawing/2014/main" id="{08ED3078-A59B-50F2-85C0-4B708B15D524}"/>
              </a:ext>
            </a:extLst>
          </p:cNvPr>
          <p:cNvSpPr/>
          <p:nvPr/>
        </p:nvSpPr>
        <p:spPr>
          <a:xfrm>
            <a:off x="13395808" y="4476314"/>
            <a:ext cx="2746334"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Backend API</a:t>
            </a:r>
          </a:p>
        </p:txBody>
      </p:sp>
      <p:cxnSp>
        <p:nvCxnSpPr>
          <p:cNvPr id="35" name="Straight Arrow Connector 34">
            <a:extLst>
              <a:ext uri="{FF2B5EF4-FFF2-40B4-BE49-F238E27FC236}">
                <a16:creationId xmlns:a16="http://schemas.microsoft.com/office/drawing/2014/main" id="{7F90E798-08B5-B613-2226-B7834CC0E5A0}"/>
              </a:ext>
            </a:extLst>
          </p:cNvPr>
          <p:cNvCxnSpPr>
            <a:stCxn id="31" idx="2"/>
            <a:endCxn id="33" idx="0"/>
          </p:cNvCxnSpPr>
          <p:nvPr/>
        </p:nvCxnSpPr>
        <p:spPr>
          <a:xfrm>
            <a:off x="14750599" y="4104759"/>
            <a:ext cx="18376" cy="3715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D2EFF2BA-72B4-F14E-8411-AF9C3563D627}"/>
              </a:ext>
            </a:extLst>
          </p:cNvPr>
          <p:cNvCxnSpPr>
            <a:stCxn id="33" idx="2"/>
            <a:endCxn id="30" idx="0"/>
          </p:cNvCxnSpPr>
          <p:nvPr/>
        </p:nvCxnSpPr>
        <p:spPr>
          <a:xfrm>
            <a:off x="14768975" y="5390714"/>
            <a:ext cx="0" cy="345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918089D-5CD4-CC25-CA8B-9AB9BCF97FA7}"/>
              </a:ext>
            </a:extLst>
          </p:cNvPr>
          <p:cNvCxnSpPr>
            <a:endCxn id="32" idx="0"/>
          </p:cNvCxnSpPr>
          <p:nvPr/>
        </p:nvCxnSpPr>
        <p:spPr>
          <a:xfrm>
            <a:off x="14750599" y="6650925"/>
            <a:ext cx="0" cy="330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E4044EDE-58CA-AC5D-9842-200C605EF4B9}"/>
              </a:ext>
            </a:extLst>
          </p:cNvPr>
          <p:cNvCxnSpPr>
            <a:stCxn id="32" idx="2"/>
            <a:endCxn id="29" idx="0"/>
          </p:cNvCxnSpPr>
          <p:nvPr/>
        </p:nvCxnSpPr>
        <p:spPr>
          <a:xfrm>
            <a:off x="14750599" y="7895625"/>
            <a:ext cx="0" cy="345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1"/>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txBody>
          <a:bodyPr/>
          <a:lstStyle/>
          <a:p>
            <a:endParaRPr lang="en-IN"/>
          </a:p>
        </p:txBody>
      </p:sp>
      <p:sp>
        <p:nvSpPr>
          <p:cNvPr id="235" name="Google Shape;235;p21"/>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txBody>
          <a:bodyPr/>
          <a:lstStyle/>
          <a:p>
            <a:endParaRPr lang="en-IN"/>
          </a:p>
        </p:txBody>
      </p:sp>
      <p:grpSp>
        <p:nvGrpSpPr>
          <p:cNvPr id="236" name="Google Shape;236;p21"/>
          <p:cNvGrpSpPr/>
          <p:nvPr/>
        </p:nvGrpSpPr>
        <p:grpSpPr>
          <a:xfrm>
            <a:off x="1113756" y="3530943"/>
            <a:ext cx="11698816" cy="1721385"/>
            <a:chOff x="0" y="0"/>
            <a:chExt cx="3081170" cy="453369"/>
          </a:xfrm>
        </p:grpSpPr>
        <p:sp>
          <p:nvSpPr>
            <p:cNvPr id="237" name="Google Shape;237;p21"/>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1"/>
            <p:cNvSpPr txBox="1"/>
            <p:nvPr/>
          </p:nvSpPr>
          <p:spPr>
            <a:xfrm>
              <a:off x="0" y="76200"/>
              <a:ext cx="308117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Accuracy</a:t>
              </a:r>
              <a:endParaRPr/>
            </a:p>
          </p:txBody>
        </p:sp>
      </p:grpSp>
      <p:sp>
        <p:nvSpPr>
          <p:cNvPr id="239" name="Google Shape;239;p21"/>
          <p:cNvSpPr txBox="1"/>
          <p:nvPr/>
        </p:nvSpPr>
        <p:spPr>
          <a:xfrm>
            <a:off x="1113756" y="1980779"/>
            <a:ext cx="9486007" cy="1192113"/>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Expected Outcome </a:t>
            </a:r>
            <a:r>
              <a:rPr lang="en-US" sz="7597" b="1" i="0" u="none" strike="noStrike" cap="none">
                <a:solidFill>
                  <a:srgbClr val="1497D6"/>
                </a:solidFill>
                <a:latin typeface="Arial"/>
                <a:ea typeface="Arial"/>
                <a:cs typeface="Arial"/>
                <a:sym typeface="Arial"/>
              </a:rPr>
              <a:t>.</a:t>
            </a:r>
            <a:endParaRPr/>
          </a:p>
        </p:txBody>
      </p:sp>
      <p:grpSp>
        <p:nvGrpSpPr>
          <p:cNvPr id="240" name="Google Shape;240;p21"/>
          <p:cNvGrpSpPr/>
          <p:nvPr/>
        </p:nvGrpSpPr>
        <p:grpSpPr>
          <a:xfrm>
            <a:off x="13138436" y="3530943"/>
            <a:ext cx="3687818" cy="1721385"/>
            <a:chOff x="0" y="0"/>
            <a:chExt cx="971277" cy="453369"/>
          </a:xfrm>
        </p:grpSpPr>
        <p:sp>
          <p:nvSpPr>
            <p:cNvPr id="241" name="Google Shape;241;p21"/>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1"/>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dirty="0">
                  <a:solidFill>
                    <a:srgbClr val="284B71"/>
                  </a:solidFill>
                </a:rPr>
                <a:t>90</a:t>
              </a:r>
              <a:r>
                <a:rPr lang="en-US" sz="2993" b="1" i="0" u="none" strike="noStrike" cap="none" dirty="0">
                  <a:solidFill>
                    <a:srgbClr val="284B71"/>
                  </a:solidFill>
                  <a:latin typeface="Arial"/>
                  <a:ea typeface="Arial"/>
                  <a:cs typeface="Arial"/>
                  <a:sym typeface="Arial"/>
                </a:rPr>
                <a:t>%</a:t>
              </a:r>
              <a:endParaRPr dirty="0"/>
            </a:p>
          </p:txBody>
        </p:sp>
      </p:grpSp>
      <p:grpSp>
        <p:nvGrpSpPr>
          <p:cNvPr id="243" name="Google Shape;243;p21"/>
          <p:cNvGrpSpPr/>
          <p:nvPr/>
        </p:nvGrpSpPr>
        <p:grpSpPr>
          <a:xfrm>
            <a:off x="13138436" y="5454569"/>
            <a:ext cx="3687818" cy="1721385"/>
            <a:chOff x="0" y="0"/>
            <a:chExt cx="971277" cy="453369"/>
          </a:xfrm>
        </p:grpSpPr>
        <p:sp>
          <p:nvSpPr>
            <p:cNvPr id="244" name="Google Shape;244;p21"/>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1"/>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 &lt; 1 Seconds</a:t>
              </a:r>
              <a:endParaRPr dirty="0"/>
            </a:p>
          </p:txBody>
        </p:sp>
      </p:grpSp>
      <p:grpSp>
        <p:nvGrpSpPr>
          <p:cNvPr id="246" name="Google Shape;246;p21"/>
          <p:cNvGrpSpPr/>
          <p:nvPr/>
        </p:nvGrpSpPr>
        <p:grpSpPr>
          <a:xfrm>
            <a:off x="1113756" y="5461877"/>
            <a:ext cx="11698816" cy="1721385"/>
            <a:chOff x="0" y="0"/>
            <a:chExt cx="3081170" cy="453369"/>
          </a:xfrm>
        </p:grpSpPr>
        <p:sp>
          <p:nvSpPr>
            <p:cNvPr id="247" name="Google Shape;247;p21"/>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1"/>
            <p:cNvSpPr txBox="1"/>
            <p:nvPr/>
          </p:nvSpPr>
          <p:spPr>
            <a:xfrm>
              <a:off x="0" y="76200"/>
              <a:ext cx="3081170" cy="377169"/>
            </a:xfrm>
            <a:prstGeom prst="rect">
              <a:avLst/>
            </a:prstGeom>
            <a:noFill/>
            <a:ln>
              <a:noFill/>
            </a:ln>
          </p:spPr>
          <p:txBody>
            <a:bodyPr spcFirstLastPara="1" wrap="square" lIns="50800" tIns="50800" rIns="50800" bIns="50800" anchor="ctr" anchorCtr="0">
              <a:noAutofit/>
            </a:bodyPr>
            <a:lstStyle/>
            <a:p>
              <a:pPr lvl="0" algn="ctr">
                <a:lnSpc>
                  <a:spcPct val="91012"/>
                </a:lnSpc>
              </a:pPr>
              <a:r>
                <a:rPr lang="en-US" sz="2993" b="1" dirty="0">
                  <a:solidFill>
                    <a:srgbClr val="FEA928"/>
                  </a:solidFill>
                </a:rPr>
                <a:t>Response time</a:t>
              </a:r>
              <a:endParaRPr lang="en-US" sz="3200" dirty="0"/>
            </a:p>
          </p:txBody>
        </p:sp>
      </p:grpSp>
      <p:grpSp>
        <p:nvGrpSpPr>
          <p:cNvPr id="249" name="Google Shape;249;p21"/>
          <p:cNvGrpSpPr/>
          <p:nvPr/>
        </p:nvGrpSpPr>
        <p:grpSpPr>
          <a:xfrm>
            <a:off x="13138436" y="7392812"/>
            <a:ext cx="3687818" cy="1721385"/>
            <a:chOff x="0" y="0"/>
            <a:chExt cx="971277" cy="453369"/>
          </a:xfrm>
        </p:grpSpPr>
        <p:sp>
          <p:nvSpPr>
            <p:cNvPr id="250" name="Google Shape;250;p21"/>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1"/>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dirty="0">
                  <a:solidFill>
                    <a:srgbClr val="284B71"/>
                  </a:solidFill>
                </a:rPr>
                <a:t>0 - 100</a:t>
              </a:r>
              <a:r>
                <a:rPr lang="en-US" sz="2993" b="1" i="0" u="none" strike="noStrike" cap="none" dirty="0">
                  <a:solidFill>
                    <a:srgbClr val="284B71"/>
                  </a:solidFill>
                  <a:latin typeface="Arial"/>
                  <a:ea typeface="Arial"/>
                  <a:cs typeface="Arial"/>
                  <a:sym typeface="Arial"/>
                </a:rPr>
                <a:t> Score</a:t>
              </a:r>
              <a:endParaRPr dirty="0"/>
            </a:p>
          </p:txBody>
        </p:sp>
      </p:grpSp>
      <p:grpSp>
        <p:nvGrpSpPr>
          <p:cNvPr id="252" name="Google Shape;252;p21"/>
          <p:cNvGrpSpPr/>
          <p:nvPr/>
        </p:nvGrpSpPr>
        <p:grpSpPr>
          <a:xfrm>
            <a:off x="1113756" y="7400121"/>
            <a:ext cx="11698816" cy="1721385"/>
            <a:chOff x="0" y="0"/>
            <a:chExt cx="3081170" cy="453369"/>
          </a:xfrm>
        </p:grpSpPr>
        <p:sp>
          <p:nvSpPr>
            <p:cNvPr id="253" name="Google Shape;253;p21"/>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1"/>
            <p:cNvSpPr txBox="1"/>
            <p:nvPr/>
          </p:nvSpPr>
          <p:spPr>
            <a:xfrm>
              <a:off x="0" y="76200"/>
              <a:ext cx="3081170" cy="377169"/>
            </a:xfrm>
            <a:prstGeom prst="rect">
              <a:avLst/>
            </a:prstGeom>
            <a:noFill/>
            <a:ln>
              <a:noFill/>
            </a:ln>
          </p:spPr>
          <p:txBody>
            <a:bodyPr spcFirstLastPara="1" wrap="square" lIns="50800" tIns="50800" rIns="50800" bIns="50800" anchor="ctr" anchorCtr="0">
              <a:noAutofit/>
            </a:bodyPr>
            <a:lstStyle/>
            <a:p>
              <a:pPr lvl="0" algn="ctr">
                <a:lnSpc>
                  <a:spcPct val="91012"/>
                </a:lnSpc>
              </a:pPr>
              <a:r>
                <a:rPr lang="en-US" sz="2993" b="1" dirty="0" err="1">
                  <a:solidFill>
                    <a:srgbClr val="FEA928"/>
                  </a:solidFill>
                </a:rPr>
                <a:t>SmartBuy</a:t>
              </a:r>
              <a:r>
                <a:rPr lang="en-US" sz="2993" b="1" dirty="0">
                  <a:solidFill>
                    <a:srgbClr val="FEA928"/>
                  </a:solidFill>
                </a:rPr>
                <a:t> Score Range</a:t>
              </a:r>
              <a:endParaRPr lang="en-US" sz="3200"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2"/>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0"/>
            </a:stretch>
          </a:blipFill>
          <a:ln>
            <a:noFill/>
          </a:ln>
        </p:spPr>
        <p:txBody>
          <a:bodyPr/>
          <a:lstStyle/>
          <a:p>
            <a:endParaRPr lang="en-IN"/>
          </a:p>
        </p:txBody>
      </p:sp>
      <p:sp>
        <p:nvSpPr>
          <p:cNvPr id="260" name="Google Shape;260;p22"/>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txBody>
          <a:bodyPr/>
          <a:lstStyle/>
          <a:p>
            <a:endParaRPr lang="en-IN"/>
          </a:p>
        </p:txBody>
      </p:sp>
      <p:grpSp>
        <p:nvGrpSpPr>
          <p:cNvPr id="261" name="Google Shape;261;p22"/>
          <p:cNvGrpSpPr/>
          <p:nvPr/>
        </p:nvGrpSpPr>
        <p:grpSpPr>
          <a:xfrm>
            <a:off x="1113756" y="3530943"/>
            <a:ext cx="11699388" cy="1721397"/>
            <a:chOff x="0" y="0"/>
            <a:chExt cx="3081300" cy="453369"/>
          </a:xfrm>
        </p:grpSpPr>
        <p:sp>
          <p:nvSpPr>
            <p:cNvPr id="262" name="Google Shape;262;p22"/>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2"/>
            <p:cNvSpPr txBox="1"/>
            <p:nvPr/>
          </p:nvSpPr>
          <p:spPr>
            <a:xfrm>
              <a:off x="0" y="76200"/>
              <a:ext cx="30813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Accuracy</a:t>
              </a:r>
              <a:endParaRPr/>
            </a:p>
          </p:txBody>
        </p:sp>
      </p:grpSp>
      <p:sp>
        <p:nvSpPr>
          <p:cNvPr id="264" name="Google Shape;264;p22"/>
          <p:cNvSpPr txBox="1"/>
          <p:nvPr/>
        </p:nvSpPr>
        <p:spPr>
          <a:xfrm>
            <a:off x="1113756" y="1980779"/>
            <a:ext cx="9486000" cy="1315200"/>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a:t>Actual </a:t>
            </a:r>
            <a:r>
              <a:rPr lang="en-US" sz="7597" b="1" i="0" u="none" strike="noStrike" cap="none">
                <a:solidFill>
                  <a:srgbClr val="000000"/>
                </a:solidFill>
                <a:latin typeface="Arial"/>
                <a:ea typeface="Arial"/>
                <a:cs typeface="Arial"/>
                <a:sym typeface="Arial"/>
              </a:rPr>
              <a:t>Outcome </a:t>
            </a:r>
            <a:r>
              <a:rPr lang="en-US" sz="7597" b="1" i="0" u="none" strike="noStrike" cap="none">
                <a:solidFill>
                  <a:srgbClr val="1497D6"/>
                </a:solidFill>
                <a:latin typeface="Arial"/>
                <a:ea typeface="Arial"/>
                <a:cs typeface="Arial"/>
                <a:sym typeface="Arial"/>
              </a:rPr>
              <a:t>.</a:t>
            </a:r>
            <a:endParaRPr/>
          </a:p>
        </p:txBody>
      </p:sp>
      <p:grpSp>
        <p:nvGrpSpPr>
          <p:cNvPr id="265" name="Google Shape;265;p22"/>
          <p:cNvGrpSpPr/>
          <p:nvPr/>
        </p:nvGrpSpPr>
        <p:grpSpPr>
          <a:xfrm>
            <a:off x="13138436" y="3530943"/>
            <a:ext cx="3688309" cy="1721397"/>
            <a:chOff x="0" y="0"/>
            <a:chExt cx="971400" cy="453369"/>
          </a:xfrm>
        </p:grpSpPr>
        <p:sp>
          <p:nvSpPr>
            <p:cNvPr id="266" name="Google Shape;266;p22"/>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2"/>
            <p:cNvSpPr txBox="1"/>
            <p:nvPr/>
          </p:nvSpPr>
          <p:spPr>
            <a:xfrm>
              <a:off x="0" y="76200"/>
              <a:ext cx="9714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85%</a:t>
              </a:r>
              <a:endParaRPr/>
            </a:p>
          </p:txBody>
        </p:sp>
      </p:grpSp>
      <p:grpSp>
        <p:nvGrpSpPr>
          <p:cNvPr id="268" name="Google Shape;268;p22"/>
          <p:cNvGrpSpPr/>
          <p:nvPr/>
        </p:nvGrpSpPr>
        <p:grpSpPr>
          <a:xfrm>
            <a:off x="13138436" y="5454569"/>
            <a:ext cx="3688309" cy="1721397"/>
            <a:chOff x="0" y="0"/>
            <a:chExt cx="971400" cy="453369"/>
          </a:xfrm>
        </p:grpSpPr>
        <p:sp>
          <p:nvSpPr>
            <p:cNvPr id="269" name="Google Shape;269;p22"/>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2"/>
            <p:cNvSpPr txBox="1"/>
            <p:nvPr/>
          </p:nvSpPr>
          <p:spPr>
            <a:xfrm>
              <a:off x="0" y="76200"/>
              <a:ext cx="9714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&lt; 3 Seconds</a:t>
              </a:r>
              <a:endParaRPr dirty="0"/>
            </a:p>
          </p:txBody>
        </p:sp>
      </p:grpSp>
      <p:grpSp>
        <p:nvGrpSpPr>
          <p:cNvPr id="271" name="Google Shape;271;p22"/>
          <p:cNvGrpSpPr/>
          <p:nvPr/>
        </p:nvGrpSpPr>
        <p:grpSpPr>
          <a:xfrm>
            <a:off x="1113756" y="5461877"/>
            <a:ext cx="11699388" cy="1721397"/>
            <a:chOff x="0" y="0"/>
            <a:chExt cx="3081300" cy="453369"/>
          </a:xfrm>
        </p:grpSpPr>
        <p:sp>
          <p:nvSpPr>
            <p:cNvPr id="272" name="Google Shape;272;p22"/>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2"/>
            <p:cNvSpPr txBox="1"/>
            <p:nvPr/>
          </p:nvSpPr>
          <p:spPr>
            <a:xfrm>
              <a:off x="0" y="76200"/>
              <a:ext cx="30813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FEA928"/>
                  </a:solidFill>
                  <a:latin typeface="Arial"/>
                  <a:ea typeface="Arial"/>
                  <a:cs typeface="Arial"/>
                  <a:sym typeface="Arial"/>
                </a:rPr>
                <a:t>Response time</a:t>
              </a:r>
              <a:endParaRPr dirty="0"/>
            </a:p>
          </p:txBody>
        </p:sp>
      </p:grpSp>
      <p:grpSp>
        <p:nvGrpSpPr>
          <p:cNvPr id="274" name="Google Shape;274;p22"/>
          <p:cNvGrpSpPr/>
          <p:nvPr/>
        </p:nvGrpSpPr>
        <p:grpSpPr>
          <a:xfrm>
            <a:off x="13138436" y="7392812"/>
            <a:ext cx="3688309" cy="1721397"/>
            <a:chOff x="0" y="0"/>
            <a:chExt cx="971400" cy="453369"/>
          </a:xfrm>
        </p:grpSpPr>
        <p:sp>
          <p:nvSpPr>
            <p:cNvPr id="275" name="Google Shape;275;p22"/>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2"/>
            <p:cNvSpPr txBox="1"/>
            <p:nvPr/>
          </p:nvSpPr>
          <p:spPr>
            <a:xfrm>
              <a:off x="0" y="76200"/>
              <a:ext cx="9714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0 - 100 Score</a:t>
              </a:r>
              <a:endParaRPr dirty="0"/>
            </a:p>
          </p:txBody>
        </p:sp>
      </p:grpSp>
      <p:grpSp>
        <p:nvGrpSpPr>
          <p:cNvPr id="277" name="Google Shape;277;p22"/>
          <p:cNvGrpSpPr/>
          <p:nvPr/>
        </p:nvGrpSpPr>
        <p:grpSpPr>
          <a:xfrm>
            <a:off x="1113756" y="7400121"/>
            <a:ext cx="11699388" cy="1721397"/>
            <a:chOff x="0" y="0"/>
            <a:chExt cx="3081300" cy="453369"/>
          </a:xfrm>
        </p:grpSpPr>
        <p:sp>
          <p:nvSpPr>
            <p:cNvPr id="278" name="Google Shape;278;p22"/>
            <p:cNvSpPr/>
            <p:nvPr/>
          </p:nvSpPr>
          <p:spPr>
            <a:xfrm>
              <a:off x="0" y="0"/>
              <a:ext cx="3081170" cy="453369"/>
            </a:xfrm>
            <a:custGeom>
              <a:avLst/>
              <a:gdLst/>
              <a:ahLst/>
              <a:cxnLst/>
              <a:rect l="l" t="t" r="r" b="b"/>
              <a:pathLst>
                <a:path w="3081170" h="453369" extrusionOk="0">
                  <a:moveTo>
                    <a:pt x="14559" y="0"/>
                  </a:moveTo>
                  <a:lnTo>
                    <a:pt x="3066611" y="0"/>
                  </a:lnTo>
                  <a:cubicBezTo>
                    <a:pt x="3074651" y="0"/>
                    <a:pt x="3081170" y="6518"/>
                    <a:pt x="3081170" y="14559"/>
                  </a:cubicBezTo>
                  <a:lnTo>
                    <a:pt x="3081170" y="438810"/>
                  </a:lnTo>
                  <a:cubicBezTo>
                    <a:pt x="3081170" y="446851"/>
                    <a:pt x="3074651" y="453369"/>
                    <a:pt x="3066611" y="453369"/>
                  </a:cubicBezTo>
                  <a:lnTo>
                    <a:pt x="14559" y="453369"/>
                  </a:lnTo>
                  <a:cubicBezTo>
                    <a:pt x="6518" y="453369"/>
                    <a:pt x="0" y="446851"/>
                    <a:pt x="0" y="438810"/>
                  </a:cubicBezTo>
                  <a:lnTo>
                    <a:pt x="0" y="14559"/>
                  </a:lnTo>
                  <a:cubicBezTo>
                    <a:pt x="0" y="6518"/>
                    <a:pt x="6518" y="0"/>
                    <a:pt x="14559"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2"/>
            <p:cNvSpPr txBox="1"/>
            <p:nvPr/>
          </p:nvSpPr>
          <p:spPr>
            <a:xfrm>
              <a:off x="0" y="76200"/>
              <a:ext cx="3081300" cy="377100"/>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err="1">
                  <a:solidFill>
                    <a:srgbClr val="FEA928"/>
                  </a:solidFill>
                  <a:latin typeface="Arial"/>
                  <a:ea typeface="Arial"/>
                  <a:cs typeface="Arial"/>
                  <a:sym typeface="Arial"/>
                </a:rPr>
                <a:t>SmartBuy</a:t>
              </a:r>
              <a:r>
                <a:rPr lang="en-US" sz="2993" b="1" i="0" u="none" strike="noStrike" cap="none" dirty="0">
                  <a:solidFill>
                    <a:srgbClr val="FEA928"/>
                  </a:solidFill>
                  <a:latin typeface="Arial"/>
                  <a:ea typeface="Arial"/>
                  <a:cs typeface="Arial"/>
                  <a:sym typeface="Arial"/>
                </a:rPr>
                <a:t> Score Range</a:t>
              </a:r>
              <a:endParaRPr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3"/>
          <p:cNvSpPr/>
          <p:nvPr/>
        </p:nvSpPr>
        <p:spPr>
          <a:xfrm>
            <a:off x="3333317" y="701930"/>
            <a:ext cx="2743124" cy="653540"/>
          </a:xfrm>
          <a:custGeom>
            <a:avLst/>
            <a:gdLst/>
            <a:ahLst/>
            <a:cxnLst/>
            <a:rect l="l" t="t" r="r" b="b"/>
            <a:pathLst>
              <a:path w="2743124" h="653540" extrusionOk="0">
                <a:moveTo>
                  <a:pt x="0" y="0"/>
                </a:moveTo>
                <a:lnTo>
                  <a:pt x="2743124" y="0"/>
                </a:lnTo>
                <a:lnTo>
                  <a:pt x="2743124" y="653540"/>
                </a:lnTo>
                <a:lnTo>
                  <a:pt x="0" y="653540"/>
                </a:lnTo>
                <a:lnTo>
                  <a:pt x="0" y="0"/>
                </a:lnTo>
                <a:close/>
              </a:path>
            </a:pathLst>
          </a:custGeom>
          <a:blipFill rotWithShape="1">
            <a:blip r:embed="rId3">
              <a:alphaModFix/>
            </a:blip>
            <a:stretch>
              <a:fillRect r="-1381"/>
            </a:stretch>
          </a:blipFill>
          <a:ln>
            <a:noFill/>
          </a:ln>
        </p:spPr>
        <p:txBody>
          <a:bodyPr/>
          <a:lstStyle/>
          <a:p>
            <a:endParaRPr lang="en-IN"/>
          </a:p>
        </p:txBody>
      </p:sp>
      <p:sp>
        <p:nvSpPr>
          <p:cNvPr id="285" name="Google Shape;285;p23"/>
          <p:cNvSpPr/>
          <p:nvPr/>
        </p:nvSpPr>
        <p:spPr>
          <a:xfrm>
            <a:off x="1028700" y="566709"/>
            <a:ext cx="2045960" cy="923982"/>
          </a:xfrm>
          <a:custGeom>
            <a:avLst/>
            <a:gdLst/>
            <a:ahLst/>
            <a:cxnLst/>
            <a:rect l="l" t="t" r="r" b="b"/>
            <a:pathLst>
              <a:path w="2045960" h="923982" extrusionOk="0">
                <a:moveTo>
                  <a:pt x="0" y="0"/>
                </a:moveTo>
                <a:lnTo>
                  <a:pt x="2045960" y="0"/>
                </a:lnTo>
                <a:lnTo>
                  <a:pt x="2045960" y="923982"/>
                </a:lnTo>
                <a:lnTo>
                  <a:pt x="0" y="923982"/>
                </a:lnTo>
                <a:lnTo>
                  <a:pt x="0" y="0"/>
                </a:lnTo>
                <a:close/>
              </a:path>
            </a:pathLst>
          </a:custGeom>
          <a:blipFill rotWithShape="1">
            <a:blip r:embed="rId4">
              <a:alphaModFix/>
            </a:blip>
            <a:stretch>
              <a:fillRect/>
            </a:stretch>
          </a:blipFill>
          <a:ln>
            <a:noFill/>
          </a:ln>
        </p:spPr>
        <p:txBody>
          <a:bodyPr/>
          <a:lstStyle/>
          <a:p>
            <a:endParaRPr lang="en-IN"/>
          </a:p>
        </p:txBody>
      </p:sp>
      <p:grpSp>
        <p:nvGrpSpPr>
          <p:cNvPr id="286" name="Google Shape;286;p23"/>
          <p:cNvGrpSpPr/>
          <p:nvPr/>
        </p:nvGrpSpPr>
        <p:grpSpPr>
          <a:xfrm>
            <a:off x="1113756" y="3530943"/>
            <a:ext cx="6453404" cy="1721385"/>
            <a:chOff x="0" y="0"/>
            <a:chExt cx="1699662" cy="453369"/>
          </a:xfrm>
        </p:grpSpPr>
        <p:sp>
          <p:nvSpPr>
            <p:cNvPr id="287" name="Google Shape;287;p23"/>
            <p:cNvSpPr/>
            <p:nvPr/>
          </p:nvSpPr>
          <p:spPr>
            <a:xfrm>
              <a:off x="0" y="0"/>
              <a:ext cx="1699662" cy="453369"/>
            </a:xfrm>
            <a:custGeom>
              <a:avLst/>
              <a:gdLst/>
              <a:ahLst/>
              <a:cxnLst/>
              <a:rect l="l" t="t" r="r" b="b"/>
              <a:pathLst>
                <a:path w="1699662" h="453369" extrusionOk="0">
                  <a:moveTo>
                    <a:pt x="26393" y="0"/>
                  </a:moveTo>
                  <a:lnTo>
                    <a:pt x="1673269" y="0"/>
                  </a:lnTo>
                  <a:cubicBezTo>
                    <a:pt x="1687846" y="0"/>
                    <a:pt x="1699662" y="11816"/>
                    <a:pt x="1699662" y="26393"/>
                  </a:cubicBezTo>
                  <a:lnTo>
                    <a:pt x="1699662" y="426976"/>
                  </a:lnTo>
                  <a:cubicBezTo>
                    <a:pt x="1699662" y="441552"/>
                    <a:pt x="1687846" y="453369"/>
                    <a:pt x="1673269" y="453369"/>
                  </a:cubicBezTo>
                  <a:lnTo>
                    <a:pt x="26393" y="453369"/>
                  </a:lnTo>
                  <a:cubicBezTo>
                    <a:pt x="11816" y="453369"/>
                    <a:pt x="0" y="441552"/>
                    <a:pt x="0" y="426976"/>
                  </a:cubicBezTo>
                  <a:lnTo>
                    <a:pt x="0" y="26393"/>
                  </a:lnTo>
                  <a:cubicBezTo>
                    <a:pt x="0" y="11816"/>
                    <a:pt x="11816" y="0"/>
                    <a:pt x="263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3"/>
            <p:cNvSpPr txBox="1"/>
            <p:nvPr/>
          </p:nvSpPr>
          <p:spPr>
            <a:xfrm>
              <a:off x="0" y="76200"/>
              <a:ext cx="1699662"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FEA928"/>
                  </a:solidFill>
                  <a:latin typeface="Arial"/>
                  <a:ea typeface="Arial"/>
                  <a:cs typeface="Arial"/>
                  <a:sym typeface="Arial"/>
                </a:rPr>
                <a:t>Reduces Search time from</a:t>
              </a:r>
              <a:endParaRPr dirty="0"/>
            </a:p>
          </p:txBody>
        </p:sp>
      </p:grpSp>
      <p:sp>
        <p:nvSpPr>
          <p:cNvPr id="289" name="Google Shape;289;p23"/>
          <p:cNvSpPr txBox="1"/>
          <p:nvPr/>
        </p:nvSpPr>
        <p:spPr>
          <a:xfrm>
            <a:off x="1113756" y="1980779"/>
            <a:ext cx="3817888" cy="1192113"/>
          </a:xfrm>
          <a:prstGeom prst="rect">
            <a:avLst/>
          </a:prstGeom>
          <a:noFill/>
          <a:ln>
            <a:noFill/>
          </a:ln>
        </p:spPr>
        <p:txBody>
          <a:bodyPr spcFirstLastPara="1" wrap="square" lIns="0" tIns="0" rIns="0" bIns="0" anchor="t" anchorCtr="0">
            <a:spAutoFit/>
          </a:bodyPr>
          <a:lstStyle/>
          <a:p>
            <a:pPr marL="0" marR="0" lvl="0" indent="0" algn="l" rtl="0">
              <a:lnSpc>
                <a:spcPct val="90666"/>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l" rtl="0">
              <a:lnSpc>
                <a:spcPct val="90996"/>
              </a:lnSpc>
              <a:spcBef>
                <a:spcPts val="0"/>
              </a:spcBef>
              <a:spcAft>
                <a:spcPts val="0"/>
              </a:spcAft>
              <a:buNone/>
            </a:pPr>
            <a:r>
              <a:rPr lang="en-US" sz="7597" b="1" i="0" u="none" strike="noStrike" cap="none">
                <a:solidFill>
                  <a:srgbClr val="000000"/>
                </a:solidFill>
                <a:latin typeface="Arial"/>
                <a:ea typeface="Arial"/>
                <a:cs typeface="Arial"/>
                <a:sym typeface="Arial"/>
              </a:rPr>
              <a:t>Impact </a:t>
            </a:r>
            <a:r>
              <a:rPr lang="en-US" sz="7597" b="1" i="0" u="none" strike="noStrike" cap="none">
                <a:solidFill>
                  <a:srgbClr val="ED3237"/>
                </a:solidFill>
                <a:latin typeface="Arial"/>
                <a:ea typeface="Arial"/>
                <a:cs typeface="Arial"/>
                <a:sym typeface="Arial"/>
              </a:rPr>
              <a:t>.</a:t>
            </a:r>
            <a:endParaRPr/>
          </a:p>
        </p:txBody>
      </p:sp>
      <p:grpSp>
        <p:nvGrpSpPr>
          <p:cNvPr id="290" name="Google Shape;290;p23"/>
          <p:cNvGrpSpPr/>
          <p:nvPr/>
        </p:nvGrpSpPr>
        <p:grpSpPr>
          <a:xfrm>
            <a:off x="7752018" y="3521418"/>
            <a:ext cx="3687818" cy="1721385"/>
            <a:chOff x="0" y="0"/>
            <a:chExt cx="971277" cy="453369"/>
          </a:xfrm>
        </p:grpSpPr>
        <p:sp>
          <p:nvSpPr>
            <p:cNvPr id="291" name="Google Shape;291;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8 Hours</a:t>
              </a:r>
              <a:endParaRPr/>
            </a:p>
          </p:txBody>
        </p:sp>
      </p:grpSp>
      <p:grpSp>
        <p:nvGrpSpPr>
          <p:cNvPr id="293" name="Google Shape;293;p23"/>
          <p:cNvGrpSpPr/>
          <p:nvPr/>
        </p:nvGrpSpPr>
        <p:grpSpPr>
          <a:xfrm>
            <a:off x="11620811" y="3504584"/>
            <a:ext cx="1191761" cy="1721385"/>
            <a:chOff x="0" y="0"/>
            <a:chExt cx="313880" cy="453369"/>
          </a:xfrm>
        </p:grpSpPr>
        <p:sp>
          <p:nvSpPr>
            <p:cNvPr id="294" name="Google Shape;294;p23"/>
            <p:cNvSpPr/>
            <p:nvPr/>
          </p:nvSpPr>
          <p:spPr>
            <a:xfrm>
              <a:off x="0" y="0"/>
              <a:ext cx="313880" cy="453369"/>
            </a:xfrm>
            <a:custGeom>
              <a:avLst/>
              <a:gdLst/>
              <a:ahLst/>
              <a:cxnLst/>
              <a:rect l="l" t="t" r="r" b="b"/>
              <a:pathLst>
                <a:path w="313880" h="453369" extrusionOk="0">
                  <a:moveTo>
                    <a:pt x="142916" y="0"/>
                  </a:moveTo>
                  <a:lnTo>
                    <a:pt x="170963" y="0"/>
                  </a:lnTo>
                  <a:cubicBezTo>
                    <a:pt x="208867" y="0"/>
                    <a:pt x="245218" y="15057"/>
                    <a:pt x="272020" y="41859"/>
                  </a:cubicBezTo>
                  <a:cubicBezTo>
                    <a:pt x="298822" y="68661"/>
                    <a:pt x="313880" y="105013"/>
                    <a:pt x="313880" y="142916"/>
                  </a:cubicBezTo>
                  <a:lnTo>
                    <a:pt x="313880" y="310452"/>
                  </a:lnTo>
                  <a:cubicBezTo>
                    <a:pt x="313880" y="389383"/>
                    <a:pt x="249894" y="453369"/>
                    <a:pt x="170963" y="453369"/>
                  </a:cubicBezTo>
                  <a:lnTo>
                    <a:pt x="142916" y="453369"/>
                  </a:lnTo>
                  <a:cubicBezTo>
                    <a:pt x="63986" y="453369"/>
                    <a:pt x="0" y="389383"/>
                    <a:pt x="0" y="310452"/>
                  </a:cubicBezTo>
                  <a:lnTo>
                    <a:pt x="0" y="142916"/>
                  </a:lnTo>
                  <a:cubicBezTo>
                    <a:pt x="0" y="63986"/>
                    <a:pt x="63986" y="0"/>
                    <a:pt x="142916"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3"/>
            <p:cNvSpPr txBox="1"/>
            <p:nvPr/>
          </p:nvSpPr>
          <p:spPr>
            <a:xfrm>
              <a:off x="0" y="76200"/>
              <a:ext cx="31388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to</a:t>
              </a:r>
              <a:endParaRPr/>
            </a:p>
          </p:txBody>
        </p:sp>
      </p:grpSp>
      <p:grpSp>
        <p:nvGrpSpPr>
          <p:cNvPr id="296" name="Google Shape;296;p23"/>
          <p:cNvGrpSpPr/>
          <p:nvPr/>
        </p:nvGrpSpPr>
        <p:grpSpPr>
          <a:xfrm>
            <a:off x="12993547" y="3530943"/>
            <a:ext cx="3687818" cy="1721385"/>
            <a:chOff x="0" y="0"/>
            <a:chExt cx="971277" cy="453369"/>
          </a:xfrm>
        </p:grpSpPr>
        <p:sp>
          <p:nvSpPr>
            <p:cNvPr id="297" name="Google Shape;297;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284B71"/>
                  </a:solidFill>
                  <a:latin typeface="Arial"/>
                  <a:ea typeface="Arial"/>
                  <a:cs typeface="Arial"/>
                  <a:sym typeface="Arial"/>
                </a:rPr>
                <a:t>10 Minutes</a:t>
              </a:r>
              <a:endParaRPr/>
            </a:p>
          </p:txBody>
        </p:sp>
      </p:grpSp>
      <p:grpSp>
        <p:nvGrpSpPr>
          <p:cNvPr id="299" name="Google Shape;299;p23"/>
          <p:cNvGrpSpPr/>
          <p:nvPr/>
        </p:nvGrpSpPr>
        <p:grpSpPr>
          <a:xfrm>
            <a:off x="1113756" y="5612061"/>
            <a:ext cx="6453404" cy="1721385"/>
            <a:chOff x="0" y="0"/>
            <a:chExt cx="1699662" cy="453369"/>
          </a:xfrm>
        </p:grpSpPr>
        <p:sp>
          <p:nvSpPr>
            <p:cNvPr id="300" name="Google Shape;300;p23"/>
            <p:cNvSpPr/>
            <p:nvPr/>
          </p:nvSpPr>
          <p:spPr>
            <a:xfrm>
              <a:off x="0" y="0"/>
              <a:ext cx="1699662" cy="453369"/>
            </a:xfrm>
            <a:custGeom>
              <a:avLst/>
              <a:gdLst/>
              <a:ahLst/>
              <a:cxnLst/>
              <a:rect l="l" t="t" r="r" b="b"/>
              <a:pathLst>
                <a:path w="1699662" h="453369" extrusionOk="0">
                  <a:moveTo>
                    <a:pt x="26393" y="0"/>
                  </a:moveTo>
                  <a:lnTo>
                    <a:pt x="1673269" y="0"/>
                  </a:lnTo>
                  <a:cubicBezTo>
                    <a:pt x="1687846" y="0"/>
                    <a:pt x="1699662" y="11816"/>
                    <a:pt x="1699662" y="26393"/>
                  </a:cubicBezTo>
                  <a:lnTo>
                    <a:pt x="1699662" y="426976"/>
                  </a:lnTo>
                  <a:cubicBezTo>
                    <a:pt x="1699662" y="441552"/>
                    <a:pt x="1687846" y="453369"/>
                    <a:pt x="1673269" y="453369"/>
                  </a:cubicBezTo>
                  <a:lnTo>
                    <a:pt x="26393" y="453369"/>
                  </a:lnTo>
                  <a:cubicBezTo>
                    <a:pt x="11816" y="453369"/>
                    <a:pt x="0" y="441552"/>
                    <a:pt x="0" y="426976"/>
                  </a:cubicBezTo>
                  <a:lnTo>
                    <a:pt x="0" y="26393"/>
                  </a:lnTo>
                  <a:cubicBezTo>
                    <a:pt x="0" y="11816"/>
                    <a:pt x="11816" y="0"/>
                    <a:pt x="263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3"/>
            <p:cNvSpPr txBox="1"/>
            <p:nvPr/>
          </p:nvSpPr>
          <p:spPr>
            <a:xfrm>
              <a:off x="0" y="76200"/>
              <a:ext cx="1699662"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FEA928"/>
                  </a:solidFill>
                  <a:latin typeface="Arial"/>
                  <a:ea typeface="Arial"/>
                  <a:cs typeface="Arial"/>
                  <a:sym typeface="Arial"/>
                </a:rPr>
                <a:t>Reduces decision time from</a:t>
              </a:r>
              <a:endParaRPr dirty="0"/>
            </a:p>
          </p:txBody>
        </p:sp>
      </p:grpSp>
      <p:grpSp>
        <p:nvGrpSpPr>
          <p:cNvPr id="302" name="Google Shape;302;p23"/>
          <p:cNvGrpSpPr/>
          <p:nvPr/>
        </p:nvGrpSpPr>
        <p:grpSpPr>
          <a:xfrm>
            <a:off x="7752018" y="5602536"/>
            <a:ext cx="3687818" cy="1721385"/>
            <a:chOff x="0" y="0"/>
            <a:chExt cx="971277" cy="453369"/>
          </a:xfrm>
        </p:grpSpPr>
        <p:sp>
          <p:nvSpPr>
            <p:cNvPr id="303" name="Google Shape;303;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dirty="0">
                  <a:solidFill>
                    <a:srgbClr val="284B71"/>
                  </a:solidFill>
                </a:rPr>
                <a:t>2</a:t>
              </a:r>
              <a:r>
                <a:rPr lang="en-US" sz="2993" b="1" i="0" u="none" strike="noStrike" cap="none" dirty="0">
                  <a:solidFill>
                    <a:srgbClr val="284B71"/>
                  </a:solidFill>
                  <a:latin typeface="Arial"/>
                  <a:ea typeface="Arial"/>
                  <a:cs typeface="Arial"/>
                  <a:sym typeface="Arial"/>
                </a:rPr>
                <a:t> Hours</a:t>
              </a:r>
              <a:endParaRPr dirty="0"/>
            </a:p>
          </p:txBody>
        </p:sp>
      </p:grpSp>
      <p:grpSp>
        <p:nvGrpSpPr>
          <p:cNvPr id="305" name="Google Shape;305;p23"/>
          <p:cNvGrpSpPr/>
          <p:nvPr/>
        </p:nvGrpSpPr>
        <p:grpSpPr>
          <a:xfrm>
            <a:off x="11620811" y="5585702"/>
            <a:ext cx="1191761" cy="1721385"/>
            <a:chOff x="0" y="0"/>
            <a:chExt cx="313880" cy="453369"/>
          </a:xfrm>
        </p:grpSpPr>
        <p:sp>
          <p:nvSpPr>
            <p:cNvPr id="306" name="Google Shape;306;p23"/>
            <p:cNvSpPr/>
            <p:nvPr/>
          </p:nvSpPr>
          <p:spPr>
            <a:xfrm>
              <a:off x="0" y="0"/>
              <a:ext cx="313880" cy="453369"/>
            </a:xfrm>
            <a:custGeom>
              <a:avLst/>
              <a:gdLst/>
              <a:ahLst/>
              <a:cxnLst/>
              <a:rect l="l" t="t" r="r" b="b"/>
              <a:pathLst>
                <a:path w="313880" h="453369" extrusionOk="0">
                  <a:moveTo>
                    <a:pt x="142916" y="0"/>
                  </a:moveTo>
                  <a:lnTo>
                    <a:pt x="170963" y="0"/>
                  </a:lnTo>
                  <a:cubicBezTo>
                    <a:pt x="208867" y="0"/>
                    <a:pt x="245218" y="15057"/>
                    <a:pt x="272020" y="41859"/>
                  </a:cubicBezTo>
                  <a:cubicBezTo>
                    <a:pt x="298822" y="68661"/>
                    <a:pt x="313880" y="105013"/>
                    <a:pt x="313880" y="142916"/>
                  </a:cubicBezTo>
                  <a:lnTo>
                    <a:pt x="313880" y="310452"/>
                  </a:lnTo>
                  <a:cubicBezTo>
                    <a:pt x="313880" y="389383"/>
                    <a:pt x="249894" y="453369"/>
                    <a:pt x="170963" y="453369"/>
                  </a:cubicBezTo>
                  <a:lnTo>
                    <a:pt x="142916" y="453369"/>
                  </a:lnTo>
                  <a:cubicBezTo>
                    <a:pt x="63986" y="453369"/>
                    <a:pt x="0" y="389383"/>
                    <a:pt x="0" y="310452"/>
                  </a:cubicBezTo>
                  <a:lnTo>
                    <a:pt x="0" y="142916"/>
                  </a:lnTo>
                  <a:cubicBezTo>
                    <a:pt x="0" y="63986"/>
                    <a:pt x="63986" y="0"/>
                    <a:pt x="142916"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3"/>
            <p:cNvSpPr txBox="1"/>
            <p:nvPr/>
          </p:nvSpPr>
          <p:spPr>
            <a:xfrm>
              <a:off x="0" y="76200"/>
              <a:ext cx="31388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to</a:t>
              </a:r>
              <a:endParaRPr/>
            </a:p>
          </p:txBody>
        </p:sp>
      </p:grpSp>
      <p:grpSp>
        <p:nvGrpSpPr>
          <p:cNvPr id="308" name="Google Shape;308;p23"/>
          <p:cNvGrpSpPr/>
          <p:nvPr/>
        </p:nvGrpSpPr>
        <p:grpSpPr>
          <a:xfrm>
            <a:off x="12993547" y="5612061"/>
            <a:ext cx="3687818" cy="1721385"/>
            <a:chOff x="0" y="0"/>
            <a:chExt cx="971277" cy="453369"/>
          </a:xfrm>
        </p:grpSpPr>
        <p:sp>
          <p:nvSpPr>
            <p:cNvPr id="309" name="Google Shape;309;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1 Minutes</a:t>
              </a:r>
              <a:endParaRPr dirty="0"/>
            </a:p>
          </p:txBody>
        </p:sp>
      </p:grpSp>
      <p:grpSp>
        <p:nvGrpSpPr>
          <p:cNvPr id="311" name="Google Shape;311;p23"/>
          <p:cNvGrpSpPr/>
          <p:nvPr/>
        </p:nvGrpSpPr>
        <p:grpSpPr>
          <a:xfrm>
            <a:off x="1113756" y="7693180"/>
            <a:ext cx="6453404" cy="1721385"/>
            <a:chOff x="0" y="0"/>
            <a:chExt cx="1699662" cy="453369"/>
          </a:xfrm>
        </p:grpSpPr>
        <p:sp>
          <p:nvSpPr>
            <p:cNvPr id="312" name="Google Shape;312;p23"/>
            <p:cNvSpPr/>
            <p:nvPr/>
          </p:nvSpPr>
          <p:spPr>
            <a:xfrm>
              <a:off x="0" y="0"/>
              <a:ext cx="1699662" cy="453369"/>
            </a:xfrm>
            <a:custGeom>
              <a:avLst/>
              <a:gdLst/>
              <a:ahLst/>
              <a:cxnLst/>
              <a:rect l="l" t="t" r="r" b="b"/>
              <a:pathLst>
                <a:path w="1699662" h="453369" extrusionOk="0">
                  <a:moveTo>
                    <a:pt x="26393" y="0"/>
                  </a:moveTo>
                  <a:lnTo>
                    <a:pt x="1673269" y="0"/>
                  </a:lnTo>
                  <a:cubicBezTo>
                    <a:pt x="1687846" y="0"/>
                    <a:pt x="1699662" y="11816"/>
                    <a:pt x="1699662" y="26393"/>
                  </a:cubicBezTo>
                  <a:lnTo>
                    <a:pt x="1699662" y="426976"/>
                  </a:lnTo>
                  <a:cubicBezTo>
                    <a:pt x="1699662" y="441552"/>
                    <a:pt x="1687846" y="453369"/>
                    <a:pt x="1673269" y="453369"/>
                  </a:cubicBezTo>
                  <a:lnTo>
                    <a:pt x="26393" y="453369"/>
                  </a:lnTo>
                  <a:cubicBezTo>
                    <a:pt x="11816" y="453369"/>
                    <a:pt x="0" y="441552"/>
                    <a:pt x="0" y="426976"/>
                  </a:cubicBezTo>
                  <a:lnTo>
                    <a:pt x="0" y="26393"/>
                  </a:lnTo>
                  <a:cubicBezTo>
                    <a:pt x="0" y="11816"/>
                    <a:pt x="11816" y="0"/>
                    <a:pt x="26393"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3"/>
            <p:cNvSpPr txBox="1"/>
            <p:nvPr/>
          </p:nvSpPr>
          <p:spPr>
            <a:xfrm>
              <a:off x="0" y="76200"/>
              <a:ext cx="1699662"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FEA928"/>
                  </a:solidFill>
                  <a:latin typeface="Arial"/>
                  <a:ea typeface="Arial"/>
                  <a:cs typeface="Arial"/>
                  <a:sym typeface="Arial"/>
                </a:rPr>
                <a:t>Reduces Price Comparison effort from</a:t>
              </a:r>
              <a:endParaRPr dirty="0"/>
            </a:p>
          </p:txBody>
        </p:sp>
      </p:grpSp>
      <p:grpSp>
        <p:nvGrpSpPr>
          <p:cNvPr id="314" name="Google Shape;314;p23"/>
          <p:cNvGrpSpPr/>
          <p:nvPr/>
        </p:nvGrpSpPr>
        <p:grpSpPr>
          <a:xfrm>
            <a:off x="7752018" y="7683655"/>
            <a:ext cx="3687818" cy="1721385"/>
            <a:chOff x="0" y="0"/>
            <a:chExt cx="971277" cy="453369"/>
          </a:xfrm>
        </p:grpSpPr>
        <p:sp>
          <p:nvSpPr>
            <p:cNvPr id="315" name="Google Shape;315;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dirty="0">
                  <a:solidFill>
                    <a:srgbClr val="284B71"/>
                  </a:solidFill>
                </a:rPr>
                <a:t>5 – 6 Platforms </a:t>
              </a:r>
              <a:endParaRPr dirty="0"/>
            </a:p>
          </p:txBody>
        </p:sp>
      </p:grpSp>
      <p:grpSp>
        <p:nvGrpSpPr>
          <p:cNvPr id="317" name="Google Shape;317;p23"/>
          <p:cNvGrpSpPr/>
          <p:nvPr/>
        </p:nvGrpSpPr>
        <p:grpSpPr>
          <a:xfrm>
            <a:off x="11620811" y="7666821"/>
            <a:ext cx="1191761" cy="1721385"/>
            <a:chOff x="0" y="0"/>
            <a:chExt cx="313880" cy="453369"/>
          </a:xfrm>
        </p:grpSpPr>
        <p:sp>
          <p:nvSpPr>
            <p:cNvPr id="318" name="Google Shape;318;p23"/>
            <p:cNvSpPr/>
            <p:nvPr/>
          </p:nvSpPr>
          <p:spPr>
            <a:xfrm>
              <a:off x="0" y="0"/>
              <a:ext cx="313880" cy="453369"/>
            </a:xfrm>
            <a:custGeom>
              <a:avLst/>
              <a:gdLst/>
              <a:ahLst/>
              <a:cxnLst/>
              <a:rect l="l" t="t" r="r" b="b"/>
              <a:pathLst>
                <a:path w="313880" h="453369" extrusionOk="0">
                  <a:moveTo>
                    <a:pt x="142916" y="0"/>
                  </a:moveTo>
                  <a:lnTo>
                    <a:pt x="170963" y="0"/>
                  </a:lnTo>
                  <a:cubicBezTo>
                    <a:pt x="208867" y="0"/>
                    <a:pt x="245218" y="15057"/>
                    <a:pt x="272020" y="41859"/>
                  </a:cubicBezTo>
                  <a:cubicBezTo>
                    <a:pt x="298822" y="68661"/>
                    <a:pt x="313880" y="105013"/>
                    <a:pt x="313880" y="142916"/>
                  </a:cubicBezTo>
                  <a:lnTo>
                    <a:pt x="313880" y="310452"/>
                  </a:lnTo>
                  <a:cubicBezTo>
                    <a:pt x="313880" y="389383"/>
                    <a:pt x="249894" y="453369"/>
                    <a:pt x="170963" y="453369"/>
                  </a:cubicBezTo>
                  <a:lnTo>
                    <a:pt x="142916" y="453369"/>
                  </a:lnTo>
                  <a:cubicBezTo>
                    <a:pt x="63986" y="453369"/>
                    <a:pt x="0" y="389383"/>
                    <a:pt x="0" y="310452"/>
                  </a:cubicBezTo>
                  <a:lnTo>
                    <a:pt x="0" y="142916"/>
                  </a:lnTo>
                  <a:cubicBezTo>
                    <a:pt x="0" y="63986"/>
                    <a:pt x="63986" y="0"/>
                    <a:pt x="142916" y="0"/>
                  </a:cubicBezTo>
                  <a:close/>
                </a:path>
              </a:pathLst>
            </a:custGeom>
            <a:solidFill>
              <a:srgbClr val="284B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3"/>
            <p:cNvSpPr txBox="1"/>
            <p:nvPr/>
          </p:nvSpPr>
          <p:spPr>
            <a:xfrm>
              <a:off x="0" y="76200"/>
              <a:ext cx="313880"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a:solidFill>
                    <a:srgbClr val="FEA928"/>
                  </a:solidFill>
                  <a:latin typeface="Arial"/>
                  <a:ea typeface="Arial"/>
                  <a:cs typeface="Arial"/>
                  <a:sym typeface="Arial"/>
                </a:rPr>
                <a:t>to</a:t>
              </a:r>
              <a:endParaRPr/>
            </a:p>
          </p:txBody>
        </p:sp>
      </p:grpSp>
      <p:grpSp>
        <p:nvGrpSpPr>
          <p:cNvPr id="320" name="Google Shape;320;p23"/>
          <p:cNvGrpSpPr/>
          <p:nvPr/>
        </p:nvGrpSpPr>
        <p:grpSpPr>
          <a:xfrm>
            <a:off x="12993547" y="7693180"/>
            <a:ext cx="3687818" cy="1721385"/>
            <a:chOff x="0" y="0"/>
            <a:chExt cx="971277" cy="453369"/>
          </a:xfrm>
        </p:grpSpPr>
        <p:sp>
          <p:nvSpPr>
            <p:cNvPr id="321" name="Google Shape;321;p23"/>
            <p:cNvSpPr/>
            <p:nvPr/>
          </p:nvSpPr>
          <p:spPr>
            <a:xfrm>
              <a:off x="0" y="0"/>
              <a:ext cx="971277" cy="453369"/>
            </a:xfrm>
            <a:custGeom>
              <a:avLst/>
              <a:gdLst/>
              <a:ahLst/>
              <a:cxnLst/>
              <a:rect l="l" t="t" r="r" b="b"/>
              <a:pathLst>
                <a:path w="971277" h="453369" extrusionOk="0">
                  <a:moveTo>
                    <a:pt x="46185" y="0"/>
                  </a:moveTo>
                  <a:lnTo>
                    <a:pt x="925092" y="0"/>
                  </a:lnTo>
                  <a:cubicBezTo>
                    <a:pt x="950599" y="0"/>
                    <a:pt x="971277" y="20678"/>
                    <a:pt x="971277" y="46185"/>
                  </a:cubicBezTo>
                  <a:lnTo>
                    <a:pt x="971277" y="407184"/>
                  </a:lnTo>
                  <a:cubicBezTo>
                    <a:pt x="971277" y="419433"/>
                    <a:pt x="966411" y="431180"/>
                    <a:pt x="957750" y="439842"/>
                  </a:cubicBezTo>
                  <a:cubicBezTo>
                    <a:pt x="949089" y="448503"/>
                    <a:pt x="937341" y="453369"/>
                    <a:pt x="925092" y="453369"/>
                  </a:cubicBezTo>
                  <a:lnTo>
                    <a:pt x="46185" y="453369"/>
                  </a:lnTo>
                  <a:cubicBezTo>
                    <a:pt x="20678" y="453369"/>
                    <a:pt x="0" y="432691"/>
                    <a:pt x="0" y="407184"/>
                  </a:cubicBezTo>
                  <a:lnTo>
                    <a:pt x="0" y="46185"/>
                  </a:lnTo>
                  <a:cubicBezTo>
                    <a:pt x="0" y="20678"/>
                    <a:pt x="20678" y="0"/>
                    <a:pt x="46185" y="0"/>
                  </a:cubicBezTo>
                  <a:close/>
                </a:path>
              </a:pathLst>
            </a:custGeom>
            <a:solidFill>
              <a:srgbClr val="FEA9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3"/>
            <p:cNvSpPr txBox="1"/>
            <p:nvPr/>
          </p:nvSpPr>
          <p:spPr>
            <a:xfrm>
              <a:off x="0" y="76200"/>
              <a:ext cx="971277" cy="377169"/>
            </a:xfrm>
            <a:prstGeom prst="rect">
              <a:avLst/>
            </a:prstGeom>
            <a:noFill/>
            <a:ln>
              <a:noFill/>
            </a:ln>
          </p:spPr>
          <p:txBody>
            <a:bodyPr spcFirstLastPara="1" wrap="square" lIns="50800" tIns="50800" rIns="50800" bIns="50800" anchor="ctr" anchorCtr="0">
              <a:noAutofit/>
            </a:bodyPr>
            <a:lstStyle/>
            <a:p>
              <a:pPr marL="0" marR="0" lvl="0" indent="0" algn="ctr" rtl="0">
                <a:lnSpc>
                  <a:spcPct val="91012"/>
                </a:lnSpc>
                <a:spcBef>
                  <a:spcPts val="0"/>
                </a:spcBef>
                <a:spcAft>
                  <a:spcPts val="0"/>
                </a:spcAft>
                <a:buNone/>
              </a:pPr>
              <a:r>
                <a:rPr lang="en-US" sz="2993" b="1" i="0" u="none" strike="noStrike" cap="none" dirty="0">
                  <a:solidFill>
                    <a:srgbClr val="284B71"/>
                  </a:solidFill>
                  <a:latin typeface="Arial"/>
                  <a:ea typeface="Arial"/>
                  <a:cs typeface="Arial"/>
                  <a:sym typeface="Arial"/>
                </a:rPr>
                <a:t>1 Platform</a:t>
              </a:r>
              <a:endParaRPr dirty="0"/>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459</Words>
  <Application>Microsoft Office PowerPoint</Application>
  <PresentationFormat>Custom</PresentationFormat>
  <Paragraphs>105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sumaira marzuqa</cp:lastModifiedBy>
  <cp:revision>1</cp:revision>
  <dcterms:modified xsi:type="dcterms:W3CDTF">2026-04-14T11:26:31Z</dcterms:modified>
</cp:coreProperties>
</file>